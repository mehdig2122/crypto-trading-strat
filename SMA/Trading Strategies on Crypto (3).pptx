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60" r:id="rId5"/>
    <p:sldId id="261" r:id="rId6"/>
    <p:sldId id="275" r:id="rId7"/>
    <p:sldId id="262" r:id="rId8"/>
    <p:sldId id="267" r:id="rId9"/>
    <p:sldId id="269" r:id="rId10"/>
    <p:sldId id="268" r:id="rId11"/>
    <p:sldId id="278" r:id="rId12"/>
    <p:sldId id="274" r:id="rId13"/>
    <p:sldId id="263" r:id="rId14"/>
    <p:sldId id="266" r:id="rId15"/>
    <p:sldId id="264" r:id="rId16"/>
    <p:sldId id="271" r:id="rId17"/>
    <p:sldId id="272" r:id="rId18"/>
    <p:sldId id="277" r:id="rId19"/>
    <p:sldId id="276" r:id="rId20"/>
    <p:sldId id="273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D867F2-2D87-4711-B1C2-BCDC3512ED68}" v="785" dt="2022-05-21T09:03:27.6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bault MOREL" userId="85eb15a077407481" providerId="LiveId" clId="{F7D867F2-2D87-4711-B1C2-BCDC3512ED68}"/>
    <pc:docChg chg="undo custSel addSld delSld modSld sldOrd">
      <pc:chgData name="Thibault MOREL" userId="85eb15a077407481" providerId="LiveId" clId="{F7D867F2-2D87-4711-B1C2-BCDC3512ED68}" dt="2022-05-21T09:08:12.430" v="3032" actId="20577"/>
      <pc:docMkLst>
        <pc:docMk/>
      </pc:docMkLst>
      <pc:sldChg chg="modSp mod">
        <pc:chgData name="Thibault MOREL" userId="85eb15a077407481" providerId="LiveId" clId="{F7D867F2-2D87-4711-B1C2-BCDC3512ED68}" dt="2022-05-21T07:57:42.988" v="1808" actId="113"/>
        <pc:sldMkLst>
          <pc:docMk/>
          <pc:sldMk cId="164477961" sldId="256"/>
        </pc:sldMkLst>
        <pc:spChg chg="mod">
          <ac:chgData name="Thibault MOREL" userId="85eb15a077407481" providerId="LiveId" clId="{F7D867F2-2D87-4711-B1C2-BCDC3512ED68}" dt="2022-05-21T07:57:15.042" v="1773" actId="20577"/>
          <ac:spMkLst>
            <pc:docMk/>
            <pc:sldMk cId="164477961" sldId="256"/>
            <ac:spMk id="2" creationId="{22979483-B139-2D33-DA7F-42CF8DD39C34}"/>
          </ac:spMkLst>
        </pc:spChg>
        <pc:spChg chg="mod">
          <ac:chgData name="Thibault MOREL" userId="85eb15a077407481" providerId="LiveId" clId="{F7D867F2-2D87-4711-B1C2-BCDC3512ED68}" dt="2022-05-21T07:57:42.988" v="1808" actId="113"/>
          <ac:spMkLst>
            <pc:docMk/>
            <pc:sldMk cId="164477961" sldId="256"/>
            <ac:spMk id="3" creationId="{4D73BD5B-01D5-2427-072A-C8B53848B8E6}"/>
          </ac:spMkLst>
        </pc:spChg>
      </pc:sldChg>
      <pc:sldChg chg="modSp">
        <pc:chgData name="Thibault MOREL" userId="85eb15a077407481" providerId="LiveId" clId="{F7D867F2-2D87-4711-B1C2-BCDC3512ED68}" dt="2022-05-21T07:53:42.696" v="1718" actId="20577"/>
        <pc:sldMkLst>
          <pc:docMk/>
          <pc:sldMk cId="398853993" sldId="258"/>
        </pc:sldMkLst>
        <pc:graphicFrameChg chg="mod">
          <ac:chgData name="Thibault MOREL" userId="85eb15a077407481" providerId="LiveId" clId="{F7D867F2-2D87-4711-B1C2-BCDC3512ED68}" dt="2022-05-21T07:53:42.696" v="1718" actId="20577"/>
          <ac:graphicFrameMkLst>
            <pc:docMk/>
            <pc:sldMk cId="398853993" sldId="258"/>
            <ac:graphicFrameMk id="5" creationId="{B193CEE5-A903-67B8-005F-CD9B0315C5B4}"/>
          </ac:graphicFrameMkLst>
        </pc:graphicFrameChg>
      </pc:sldChg>
      <pc:sldChg chg="modSp mod">
        <pc:chgData name="Thibault MOREL" userId="85eb15a077407481" providerId="LiveId" clId="{F7D867F2-2D87-4711-B1C2-BCDC3512ED68}" dt="2022-05-21T07:54:03.093" v="1722" actId="20577"/>
        <pc:sldMkLst>
          <pc:docMk/>
          <pc:sldMk cId="15967429" sldId="261"/>
        </pc:sldMkLst>
        <pc:spChg chg="mod">
          <ac:chgData name="Thibault MOREL" userId="85eb15a077407481" providerId="LiveId" clId="{F7D867F2-2D87-4711-B1C2-BCDC3512ED68}" dt="2022-05-21T07:53:52.179" v="1719" actId="20577"/>
          <ac:spMkLst>
            <pc:docMk/>
            <pc:sldMk cId="15967429" sldId="261"/>
            <ac:spMk id="3" creationId="{3A4EE6D9-A5DF-043B-41B5-213AED6128ED}"/>
          </ac:spMkLst>
        </pc:spChg>
        <pc:graphicFrameChg chg="mod">
          <ac:chgData name="Thibault MOREL" userId="85eb15a077407481" providerId="LiveId" clId="{F7D867F2-2D87-4711-B1C2-BCDC3512ED68}" dt="2022-05-21T07:54:03.093" v="1722" actId="20577"/>
          <ac:graphicFrameMkLst>
            <pc:docMk/>
            <pc:sldMk cId="15967429" sldId="261"/>
            <ac:graphicFrameMk id="11" creationId="{56129937-8304-B118-45A5-1156417A202E}"/>
          </ac:graphicFrameMkLst>
        </pc:graphicFrameChg>
      </pc:sldChg>
      <pc:sldChg chg="modAnim">
        <pc:chgData name="Thibault MOREL" userId="85eb15a077407481" providerId="LiveId" clId="{F7D867F2-2D87-4711-B1C2-BCDC3512ED68}" dt="2022-05-21T08:55:47.680" v="2965"/>
        <pc:sldMkLst>
          <pc:docMk/>
          <pc:sldMk cId="1707697644" sldId="262"/>
        </pc:sldMkLst>
      </pc:sldChg>
      <pc:sldChg chg="addSp delSp modSp mod modAnim">
        <pc:chgData name="Thibault MOREL" userId="85eb15a077407481" providerId="LiveId" clId="{F7D867F2-2D87-4711-B1C2-BCDC3512ED68}" dt="2022-05-21T08:38:27.514" v="2875" actId="20577"/>
        <pc:sldMkLst>
          <pc:docMk/>
          <pc:sldMk cId="4243888410" sldId="263"/>
        </pc:sldMkLst>
        <pc:spChg chg="mod">
          <ac:chgData name="Thibault MOREL" userId="85eb15a077407481" providerId="LiveId" clId="{F7D867F2-2D87-4711-B1C2-BCDC3512ED68}" dt="2022-05-21T08:38:27.514" v="2875" actId="20577"/>
          <ac:spMkLst>
            <pc:docMk/>
            <pc:sldMk cId="4243888410" sldId="263"/>
            <ac:spMk id="2" creationId="{A6166037-FAF4-2F74-3CA7-794A1D277286}"/>
          </ac:spMkLst>
        </pc:spChg>
        <pc:spChg chg="mod">
          <ac:chgData name="Thibault MOREL" userId="85eb15a077407481" providerId="LiveId" clId="{F7D867F2-2D87-4711-B1C2-BCDC3512ED68}" dt="2022-05-21T07:58:40.426" v="1811" actId="3062"/>
          <ac:spMkLst>
            <pc:docMk/>
            <pc:sldMk cId="4243888410" sldId="263"/>
            <ac:spMk id="3" creationId="{DBCE9679-A78F-74A5-582F-F9A23E8344AB}"/>
          </ac:spMkLst>
        </pc:spChg>
        <pc:spChg chg="del topLvl">
          <ac:chgData name="Thibault MOREL" userId="85eb15a077407481" providerId="LiveId" clId="{F7D867F2-2D87-4711-B1C2-BCDC3512ED68}" dt="2022-05-20T19:52:27.903" v="1" actId="478"/>
          <ac:spMkLst>
            <pc:docMk/>
            <pc:sldMk cId="4243888410" sldId="263"/>
            <ac:spMk id="16" creationId="{F53F00FE-79EE-60C4-891E-28353BCA7A93}"/>
          </ac:spMkLst>
        </pc:spChg>
        <pc:spChg chg="add del">
          <ac:chgData name="Thibault MOREL" userId="85eb15a077407481" providerId="LiveId" clId="{F7D867F2-2D87-4711-B1C2-BCDC3512ED68}" dt="2022-05-20T19:57:12.573" v="3"/>
          <ac:spMkLst>
            <pc:docMk/>
            <pc:sldMk cId="4243888410" sldId="263"/>
            <ac:spMk id="18" creationId="{F9E84754-5832-D680-5DC5-E11630616DA0}"/>
          </ac:spMkLst>
        </pc:spChg>
        <pc:spChg chg="add mod">
          <ac:chgData name="Thibault MOREL" userId="85eb15a077407481" providerId="LiveId" clId="{F7D867F2-2D87-4711-B1C2-BCDC3512ED68}" dt="2022-05-20T19:58:26.657" v="10" actId="164"/>
          <ac:spMkLst>
            <pc:docMk/>
            <pc:sldMk cId="4243888410" sldId="263"/>
            <ac:spMk id="20" creationId="{9C13A874-33DC-A29C-1A6D-00E596611027}"/>
          </ac:spMkLst>
        </pc:spChg>
        <pc:grpChg chg="del">
          <ac:chgData name="Thibault MOREL" userId="85eb15a077407481" providerId="LiveId" clId="{F7D867F2-2D87-4711-B1C2-BCDC3512ED68}" dt="2022-05-20T19:52:24.030" v="0" actId="478"/>
          <ac:grpSpMkLst>
            <pc:docMk/>
            <pc:sldMk cId="4243888410" sldId="263"/>
            <ac:grpSpMk id="17" creationId="{C3AFACD3-B067-6104-A722-BEB6768937AE}"/>
          </ac:grpSpMkLst>
        </pc:grpChg>
        <pc:grpChg chg="add mod ord">
          <ac:chgData name="Thibault MOREL" userId="85eb15a077407481" providerId="LiveId" clId="{F7D867F2-2D87-4711-B1C2-BCDC3512ED68}" dt="2022-05-21T08:22:39.020" v="2685" actId="166"/>
          <ac:grpSpMkLst>
            <pc:docMk/>
            <pc:sldMk cId="4243888410" sldId="263"/>
            <ac:grpSpMk id="21" creationId="{7AA06E4A-796D-314D-D69A-155D5A6D5B11}"/>
          </ac:grpSpMkLst>
        </pc:grpChg>
        <pc:picChg chg="del topLvl">
          <ac:chgData name="Thibault MOREL" userId="85eb15a077407481" providerId="LiveId" clId="{F7D867F2-2D87-4711-B1C2-BCDC3512ED68}" dt="2022-05-20T19:52:24.030" v="0" actId="478"/>
          <ac:picMkLst>
            <pc:docMk/>
            <pc:sldMk cId="4243888410" sldId="263"/>
            <ac:picMk id="15" creationId="{7599CF41-0C9E-AF85-313A-B416597B75EA}"/>
          </ac:picMkLst>
        </pc:picChg>
        <pc:picChg chg="add mod">
          <ac:chgData name="Thibault MOREL" userId="85eb15a077407481" providerId="LiveId" clId="{F7D867F2-2D87-4711-B1C2-BCDC3512ED68}" dt="2022-05-20T19:58:26.657" v="10" actId="164"/>
          <ac:picMkLst>
            <pc:docMk/>
            <pc:sldMk cId="4243888410" sldId="263"/>
            <ac:picMk id="19" creationId="{1DA4D5E5-CAC3-B996-611C-B5A7D05E7B6E}"/>
          </ac:picMkLst>
        </pc:picChg>
        <pc:picChg chg="mod">
          <ac:chgData name="Thibault MOREL" userId="85eb15a077407481" providerId="LiveId" clId="{F7D867F2-2D87-4711-B1C2-BCDC3512ED68}" dt="2022-05-21T07:55:13.927" v="1725" actId="167"/>
          <ac:picMkLst>
            <pc:docMk/>
            <pc:sldMk cId="4243888410" sldId="263"/>
            <ac:picMk id="3076" creationId="{169ECF79-1236-4CAE-052D-DBAF59C387D9}"/>
          </ac:picMkLst>
        </pc:picChg>
      </pc:sldChg>
      <pc:sldChg chg="addSp delSp modSp mod ord setBg">
        <pc:chgData name="Thibault MOREL" userId="85eb15a077407481" providerId="LiveId" clId="{F7D867F2-2D87-4711-B1C2-BCDC3512ED68}" dt="2022-05-21T07:51:46.415" v="1703" actId="14100"/>
        <pc:sldMkLst>
          <pc:docMk/>
          <pc:sldMk cId="4248587916" sldId="264"/>
        </pc:sldMkLst>
        <pc:spChg chg="mod">
          <ac:chgData name="Thibault MOREL" userId="85eb15a077407481" providerId="LiveId" clId="{F7D867F2-2D87-4711-B1C2-BCDC3512ED68}" dt="2022-05-20T23:43:24.318" v="1637" actId="26606"/>
          <ac:spMkLst>
            <pc:docMk/>
            <pc:sldMk cId="4248587916" sldId="264"/>
            <ac:spMk id="2" creationId="{D6AE4517-B6E1-C55E-A641-454D7E77FE68}"/>
          </ac:spMkLst>
        </pc:spChg>
        <pc:spChg chg="mod ord">
          <ac:chgData name="Thibault MOREL" userId="85eb15a077407481" providerId="LiveId" clId="{F7D867F2-2D87-4711-B1C2-BCDC3512ED68}" dt="2022-05-20T23:43:24.318" v="1637" actId="26606"/>
          <ac:spMkLst>
            <pc:docMk/>
            <pc:sldMk cId="4248587916" sldId="264"/>
            <ac:spMk id="3" creationId="{4AC42181-494E-C272-039C-9C964A57A3B5}"/>
          </ac:spMkLst>
        </pc:spChg>
        <pc:spChg chg="add del">
          <ac:chgData name="Thibault MOREL" userId="85eb15a077407481" providerId="LiveId" clId="{F7D867F2-2D87-4711-B1C2-BCDC3512ED68}" dt="2022-05-20T23:43:24.312" v="1636" actId="26606"/>
          <ac:spMkLst>
            <pc:docMk/>
            <pc:sldMk cId="4248587916" sldId="264"/>
            <ac:spMk id="73" creationId="{A5931BE0-4B93-4D6C-878E-ACC59D6B4587}"/>
          </ac:spMkLst>
        </pc:spChg>
        <pc:spChg chg="add del">
          <ac:chgData name="Thibault MOREL" userId="85eb15a077407481" providerId="LiveId" clId="{F7D867F2-2D87-4711-B1C2-BCDC3512ED68}" dt="2022-05-20T23:43:24.312" v="1636" actId="26606"/>
          <ac:spMkLst>
            <pc:docMk/>
            <pc:sldMk cId="4248587916" sldId="264"/>
            <ac:spMk id="75" creationId="{A16EB032-3F37-4641-A90D-DC9B574EBCB1}"/>
          </ac:spMkLst>
        </pc:spChg>
        <pc:spChg chg="add">
          <ac:chgData name="Thibault MOREL" userId="85eb15a077407481" providerId="LiveId" clId="{F7D867F2-2D87-4711-B1C2-BCDC3512ED68}" dt="2022-05-20T23:43:24.318" v="1637" actId="26606"/>
          <ac:spMkLst>
            <pc:docMk/>
            <pc:sldMk cId="4248587916" sldId="264"/>
            <ac:spMk id="1030" creationId="{A5931BE0-4B93-4D6C-878E-ACC59D6B4587}"/>
          </ac:spMkLst>
        </pc:spChg>
        <pc:spChg chg="add">
          <ac:chgData name="Thibault MOREL" userId="85eb15a077407481" providerId="LiveId" clId="{F7D867F2-2D87-4711-B1C2-BCDC3512ED68}" dt="2022-05-20T23:43:24.318" v="1637" actId="26606"/>
          <ac:spMkLst>
            <pc:docMk/>
            <pc:sldMk cId="4248587916" sldId="264"/>
            <ac:spMk id="1031" creationId="{6FF3A87B-2255-45E0-A551-C11FAF93290C}"/>
          </ac:spMkLst>
        </pc:spChg>
        <pc:picChg chg="add mod">
          <ac:chgData name="Thibault MOREL" userId="85eb15a077407481" providerId="LiveId" clId="{F7D867F2-2D87-4711-B1C2-BCDC3512ED68}" dt="2022-05-21T07:51:46.415" v="1703" actId="14100"/>
          <ac:picMkLst>
            <pc:docMk/>
            <pc:sldMk cId="4248587916" sldId="264"/>
            <ac:picMk id="4" creationId="{825E7A03-3EAB-A958-2F89-0B7B4FE2118C}"/>
          </ac:picMkLst>
        </pc:picChg>
        <pc:picChg chg="add del mod">
          <ac:chgData name="Thibault MOREL" userId="85eb15a077407481" providerId="LiveId" clId="{F7D867F2-2D87-4711-B1C2-BCDC3512ED68}" dt="2022-05-21T07:51:16.808" v="1699" actId="478"/>
          <ac:picMkLst>
            <pc:docMk/>
            <pc:sldMk cId="4248587916" sldId="264"/>
            <ac:picMk id="6" creationId="{06C821E6-CB95-2E54-8BE5-0D917D8B3879}"/>
          </ac:picMkLst>
        </pc:picChg>
        <pc:picChg chg="add mod">
          <ac:chgData name="Thibault MOREL" userId="85eb15a077407481" providerId="LiveId" clId="{F7D867F2-2D87-4711-B1C2-BCDC3512ED68}" dt="2022-05-21T07:51:14.617" v="1698" actId="1076"/>
          <ac:picMkLst>
            <pc:docMk/>
            <pc:sldMk cId="4248587916" sldId="264"/>
            <ac:picMk id="1026" creationId="{83AFF1C7-31D6-0CF3-9D64-3876608FBE99}"/>
          </ac:picMkLst>
        </pc:picChg>
        <pc:picChg chg="add del mod">
          <ac:chgData name="Thibault MOREL" userId="85eb15a077407481" providerId="LiveId" clId="{F7D867F2-2D87-4711-B1C2-BCDC3512ED68}" dt="2022-05-20T23:41:22.400" v="1535" actId="478"/>
          <ac:picMkLst>
            <pc:docMk/>
            <pc:sldMk cId="4248587916" sldId="264"/>
            <ac:picMk id="1026" creationId="{E6F11139-255B-B62B-ABB3-2F0D3DC45F34}"/>
          </ac:picMkLst>
        </pc:picChg>
        <pc:picChg chg="add del mod ord">
          <ac:chgData name="Thibault MOREL" userId="85eb15a077407481" providerId="LiveId" clId="{F7D867F2-2D87-4711-B1C2-BCDC3512ED68}" dt="2022-05-21T07:50:45.020" v="1691" actId="478"/>
          <ac:picMkLst>
            <pc:docMk/>
            <pc:sldMk cId="4248587916" sldId="264"/>
            <ac:picMk id="1028" creationId="{61DCE090-97B8-064A-6797-1DF806B40D41}"/>
          </ac:picMkLst>
        </pc:picChg>
      </pc:sldChg>
      <pc:sldChg chg="modSp del mod ord">
        <pc:chgData name="Thibault MOREL" userId="85eb15a077407481" providerId="LiveId" clId="{F7D867F2-2D87-4711-B1C2-BCDC3512ED68}" dt="2022-05-21T08:01:59.489" v="1872" actId="47"/>
        <pc:sldMkLst>
          <pc:docMk/>
          <pc:sldMk cId="4202260249" sldId="265"/>
        </pc:sldMkLst>
        <pc:spChg chg="mod">
          <ac:chgData name="Thibault MOREL" userId="85eb15a077407481" providerId="LiveId" clId="{F7D867F2-2D87-4711-B1C2-BCDC3512ED68}" dt="2022-05-21T07:59:09.109" v="1833" actId="20577"/>
          <ac:spMkLst>
            <pc:docMk/>
            <pc:sldMk cId="4202260249" sldId="265"/>
            <ac:spMk id="2" creationId="{FA8C655C-60DA-87D6-E5BE-EE58FD4B4CB7}"/>
          </ac:spMkLst>
        </pc:spChg>
      </pc:sldChg>
      <pc:sldChg chg="addSp modSp new mod modAnim">
        <pc:chgData name="Thibault MOREL" userId="85eb15a077407481" providerId="LiveId" clId="{F7D867F2-2D87-4711-B1C2-BCDC3512ED68}" dt="2022-05-21T08:38:19.462" v="2864" actId="20577"/>
        <pc:sldMkLst>
          <pc:docMk/>
          <pc:sldMk cId="841216135" sldId="266"/>
        </pc:sldMkLst>
        <pc:spChg chg="mod">
          <ac:chgData name="Thibault MOREL" userId="85eb15a077407481" providerId="LiveId" clId="{F7D867F2-2D87-4711-B1C2-BCDC3512ED68}" dt="2022-05-21T08:38:19.462" v="2864" actId="20577"/>
          <ac:spMkLst>
            <pc:docMk/>
            <pc:sldMk cId="841216135" sldId="266"/>
            <ac:spMk id="2" creationId="{8E9A8A17-6F63-C47F-C11F-78501EE0714D}"/>
          </ac:spMkLst>
        </pc:spChg>
        <pc:spChg chg="mod">
          <ac:chgData name="Thibault MOREL" userId="85eb15a077407481" providerId="LiveId" clId="{F7D867F2-2D87-4711-B1C2-BCDC3512ED68}" dt="2022-05-21T08:34:11.604" v="2837" actId="20577"/>
          <ac:spMkLst>
            <pc:docMk/>
            <pc:sldMk cId="841216135" sldId="266"/>
            <ac:spMk id="3" creationId="{579D7090-5BC5-0E1C-5C3F-33C0EB7A6378}"/>
          </ac:spMkLst>
        </pc:spChg>
        <pc:picChg chg="add mod">
          <ac:chgData name="Thibault MOREL" userId="85eb15a077407481" providerId="LiveId" clId="{F7D867F2-2D87-4711-B1C2-BCDC3512ED68}" dt="2022-05-21T08:33:25.142" v="2778" actId="1076"/>
          <ac:picMkLst>
            <pc:docMk/>
            <pc:sldMk cId="841216135" sldId="266"/>
            <ac:picMk id="5" creationId="{0C164AF1-2B34-AC53-2C98-E90A857F39A4}"/>
          </ac:picMkLst>
        </pc:picChg>
      </pc:sldChg>
      <pc:sldChg chg="addSp delSp modSp new mod setBg">
        <pc:chgData name="Thibault MOREL" userId="85eb15a077407481" providerId="LiveId" clId="{F7D867F2-2D87-4711-B1C2-BCDC3512ED68}" dt="2022-05-20T20:42:35.555" v="1406" actId="1076"/>
        <pc:sldMkLst>
          <pc:docMk/>
          <pc:sldMk cId="2143342481" sldId="267"/>
        </pc:sldMkLst>
        <pc:spChg chg="mod">
          <ac:chgData name="Thibault MOREL" userId="85eb15a077407481" providerId="LiveId" clId="{F7D867F2-2D87-4711-B1C2-BCDC3512ED68}" dt="2022-05-20T20:39:26.679" v="1352" actId="26606"/>
          <ac:spMkLst>
            <pc:docMk/>
            <pc:sldMk cId="2143342481" sldId="267"/>
            <ac:spMk id="2" creationId="{9C27DE46-AC0C-149C-DDE8-06994B105AA3}"/>
          </ac:spMkLst>
        </pc:spChg>
        <pc:spChg chg="del">
          <ac:chgData name="Thibault MOREL" userId="85eb15a077407481" providerId="LiveId" clId="{F7D867F2-2D87-4711-B1C2-BCDC3512ED68}" dt="2022-05-20T20:25:57.342" v="959" actId="931"/>
          <ac:spMkLst>
            <pc:docMk/>
            <pc:sldMk cId="2143342481" sldId="267"/>
            <ac:spMk id="3" creationId="{BEBD99F9-DEFF-7638-CD98-9153B06B9786}"/>
          </ac:spMkLst>
        </pc:spChg>
        <pc:spChg chg="add mod">
          <ac:chgData name="Thibault MOREL" userId="85eb15a077407481" providerId="LiveId" clId="{F7D867F2-2D87-4711-B1C2-BCDC3512ED68}" dt="2022-05-20T20:39:58.349" v="1389" actId="3062"/>
          <ac:spMkLst>
            <pc:docMk/>
            <pc:sldMk cId="2143342481" sldId="267"/>
            <ac:spMk id="6" creationId="{4C26C1EA-7047-F69B-4903-4102452E1C62}"/>
          </ac:spMkLst>
        </pc:spChg>
        <pc:spChg chg="add del mod">
          <ac:chgData name="Thibault MOREL" userId="85eb15a077407481" providerId="LiveId" clId="{F7D867F2-2D87-4711-B1C2-BCDC3512ED68}" dt="2022-05-20T20:42:18.418" v="1402" actId="478"/>
          <ac:spMkLst>
            <pc:docMk/>
            <pc:sldMk cId="2143342481" sldId="267"/>
            <ac:spMk id="9" creationId="{5DF4A0B3-8070-8931-547A-A30089802A21}"/>
          </ac:spMkLst>
        </pc:spChg>
        <pc:spChg chg="add">
          <ac:chgData name="Thibault MOREL" userId="85eb15a077407481" providerId="LiveId" clId="{F7D867F2-2D87-4711-B1C2-BCDC3512ED68}" dt="2022-05-20T20:39:26.679" v="1352" actId="26606"/>
          <ac:spMkLst>
            <pc:docMk/>
            <pc:sldMk cId="2143342481" sldId="267"/>
            <ac:spMk id="13" creationId="{A5931BE0-4B93-4D6C-878E-ACC59D6B4587}"/>
          </ac:spMkLst>
        </pc:spChg>
        <pc:spChg chg="add">
          <ac:chgData name="Thibault MOREL" userId="85eb15a077407481" providerId="LiveId" clId="{F7D867F2-2D87-4711-B1C2-BCDC3512ED68}" dt="2022-05-20T20:39:26.679" v="1352" actId="26606"/>
          <ac:spMkLst>
            <pc:docMk/>
            <pc:sldMk cId="2143342481" sldId="267"/>
            <ac:spMk id="20" creationId="{D166A8AB-8924-421C-BCED-B54DBC4054E0}"/>
          </ac:spMkLst>
        </pc:spChg>
        <pc:grpChg chg="add">
          <ac:chgData name="Thibault MOREL" userId="85eb15a077407481" providerId="LiveId" clId="{F7D867F2-2D87-4711-B1C2-BCDC3512ED68}" dt="2022-05-20T20:39:26.679" v="1352" actId="26606"/>
          <ac:grpSpMkLst>
            <pc:docMk/>
            <pc:sldMk cId="2143342481" sldId="267"/>
            <ac:grpSpMk id="15" creationId="{9F2D4ED5-DC78-4C88-97AA-483206C53E90}"/>
          </ac:grpSpMkLst>
        </pc:grpChg>
        <pc:graphicFrameChg chg="add del mod ord modGraphic">
          <ac:chgData name="Thibault MOREL" userId="85eb15a077407481" providerId="LiveId" clId="{F7D867F2-2D87-4711-B1C2-BCDC3512ED68}" dt="2022-05-20T20:26:21.341" v="964" actId="478"/>
          <ac:graphicFrameMkLst>
            <pc:docMk/>
            <pc:sldMk cId="2143342481" sldId="267"/>
            <ac:graphicFrameMk id="4" creationId="{2E46C8A1-7379-D1DF-717F-228A2A75E2AE}"/>
          </ac:graphicFrameMkLst>
        </pc:graphicFrameChg>
        <pc:picChg chg="add del mod">
          <ac:chgData name="Thibault MOREL" userId="85eb15a077407481" providerId="LiveId" clId="{F7D867F2-2D87-4711-B1C2-BCDC3512ED68}" dt="2022-05-20T20:42:16.109" v="1401" actId="478"/>
          <ac:picMkLst>
            <pc:docMk/>
            <pc:sldMk cId="2143342481" sldId="267"/>
            <ac:picMk id="8" creationId="{B8A7D18B-E19D-226A-0190-4D456E353CBE}"/>
          </ac:picMkLst>
        </pc:picChg>
        <pc:picChg chg="add mod">
          <ac:chgData name="Thibault MOREL" userId="85eb15a077407481" providerId="LiveId" clId="{F7D867F2-2D87-4711-B1C2-BCDC3512ED68}" dt="2022-05-20T20:42:35.555" v="1406" actId="1076"/>
          <ac:picMkLst>
            <pc:docMk/>
            <pc:sldMk cId="2143342481" sldId="267"/>
            <ac:picMk id="11" creationId="{0CF26894-78B0-869E-FAC3-C6B4F5D0E03A}"/>
          </ac:picMkLst>
        </pc:picChg>
      </pc:sldChg>
      <pc:sldChg chg="addSp delSp modSp new mod">
        <pc:chgData name="Thibault MOREL" userId="85eb15a077407481" providerId="LiveId" clId="{F7D867F2-2D87-4711-B1C2-BCDC3512ED68}" dt="2022-05-21T08:30:08.463" v="2690" actId="14100"/>
        <pc:sldMkLst>
          <pc:docMk/>
          <pc:sldMk cId="1035700061" sldId="268"/>
        </pc:sldMkLst>
        <pc:spChg chg="mod">
          <ac:chgData name="Thibault MOREL" userId="85eb15a077407481" providerId="LiveId" clId="{F7D867F2-2D87-4711-B1C2-BCDC3512ED68}" dt="2022-05-20T21:12:00.188" v="1530" actId="20577"/>
          <ac:spMkLst>
            <pc:docMk/>
            <pc:sldMk cId="1035700061" sldId="268"/>
            <ac:spMk id="2" creationId="{23F136CE-51D0-CAB6-F4B0-118D4A27ED92}"/>
          </ac:spMkLst>
        </pc:spChg>
        <pc:spChg chg="del">
          <ac:chgData name="Thibault MOREL" userId="85eb15a077407481" providerId="LiveId" clId="{F7D867F2-2D87-4711-B1C2-BCDC3512ED68}" dt="2022-05-20T20:47:09.704" v="1408" actId="931"/>
          <ac:spMkLst>
            <pc:docMk/>
            <pc:sldMk cId="1035700061" sldId="268"/>
            <ac:spMk id="3" creationId="{F405DDE0-4283-D207-BDEE-B9A92D264C61}"/>
          </ac:spMkLst>
        </pc:spChg>
        <pc:spChg chg="add del mod">
          <ac:chgData name="Thibault MOREL" userId="85eb15a077407481" providerId="LiveId" clId="{F7D867F2-2D87-4711-B1C2-BCDC3512ED68}" dt="2022-05-21T08:29:24.461" v="2687" actId="931"/>
          <ac:spMkLst>
            <pc:docMk/>
            <pc:sldMk cId="1035700061" sldId="268"/>
            <ac:spMk id="4" creationId="{C28640B2-158C-FBEA-CE47-3A0A768D82BC}"/>
          </ac:spMkLst>
        </pc:spChg>
        <pc:spChg chg="add del mod">
          <ac:chgData name="Thibault MOREL" userId="85eb15a077407481" providerId="LiveId" clId="{F7D867F2-2D87-4711-B1C2-BCDC3512ED68}" dt="2022-05-20T20:58:39.533" v="1418" actId="931"/>
          <ac:spMkLst>
            <pc:docMk/>
            <pc:sldMk cId="1035700061" sldId="268"/>
            <ac:spMk id="7" creationId="{9C2C3DB9-201F-596C-B8E7-26ED5A0934BA}"/>
          </ac:spMkLst>
        </pc:spChg>
        <pc:spChg chg="add del mod">
          <ac:chgData name="Thibault MOREL" userId="85eb15a077407481" providerId="LiveId" clId="{F7D867F2-2D87-4711-B1C2-BCDC3512ED68}" dt="2022-05-21T08:30:01.788" v="2689" actId="931"/>
          <ac:spMkLst>
            <pc:docMk/>
            <pc:sldMk cId="1035700061" sldId="268"/>
            <ac:spMk id="8" creationId="{4E825912-8FE5-54B4-915E-FF4BFA3D32C9}"/>
          </ac:spMkLst>
        </pc:spChg>
        <pc:picChg chg="add del mod modCrop">
          <ac:chgData name="Thibault MOREL" userId="85eb15a077407481" providerId="LiveId" clId="{F7D867F2-2D87-4711-B1C2-BCDC3512ED68}" dt="2022-05-20T20:51:16.586" v="1415" actId="478"/>
          <ac:picMkLst>
            <pc:docMk/>
            <pc:sldMk cId="1035700061" sldId="268"/>
            <ac:picMk id="5" creationId="{C042DC3A-7AC4-A5DE-7351-C6739BA2BC25}"/>
          </ac:picMkLst>
        </pc:picChg>
        <pc:picChg chg="add del mod">
          <ac:chgData name="Thibault MOREL" userId="85eb15a077407481" providerId="LiveId" clId="{F7D867F2-2D87-4711-B1C2-BCDC3512ED68}" dt="2022-05-21T08:29:26.334" v="2688" actId="478"/>
          <ac:picMkLst>
            <pc:docMk/>
            <pc:sldMk cId="1035700061" sldId="268"/>
            <ac:picMk id="6" creationId="{BD694081-0CF9-B8B9-5EB9-67CD1FE76363}"/>
          </ac:picMkLst>
        </pc:picChg>
        <pc:picChg chg="add del">
          <ac:chgData name="Thibault MOREL" userId="85eb15a077407481" providerId="LiveId" clId="{F7D867F2-2D87-4711-B1C2-BCDC3512ED68}" dt="2022-05-20T20:58:03.135" v="1417" actId="478"/>
          <ac:picMkLst>
            <pc:docMk/>
            <pc:sldMk cId="1035700061" sldId="268"/>
            <ac:picMk id="9" creationId="{9EBDEC3F-B8BE-2C66-852A-8345192C9F5F}"/>
          </ac:picMkLst>
        </pc:picChg>
        <pc:picChg chg="add mod">
          <ac:chgData name="Thibault MOREL" userId="85eb15a077407481" providerId="LiveId" clId="{F7D867F2-2D87-4711-B1C2-BCDC3512ED68}" dt="2022-05-21T08:30:08.463" v="2690" actId="14100"/>
          <ac:picMkLst>
            <pc:docMk/>
            <pc:sldMk cId="1035700061" sldId="268"/>
            <ac:picMk id="10" creationId="{D793AF56-0D95-6866-A402-4B02B89947AF}"/>
          </ac:picMkLst>
        </pc:picChg>
        <pc:picChg chg="add del mod">
          <ac:chgData name="Thibault MOREL" userId="85eb15a077407481" providerId="LiveId" clId="{F7D867F2-2D87-4711-B1C2-BCDC3512ED68}" dt="2022-05-21T08:29:15.536" v="2686" actId="478"/>
          <ac:picMkLst>
            <pc:docMk/>
            <pc:sldMk cId="1035700061" sldId="268"/>
            <ac:picMk id="11" creationId="{36E72399-3A04-E4D3-7E66-48B108575E89}"/>
          </ac:picMkLst>
        </pc:picChg>
      </pc:sldChg>
      <pc:sldChg chg="addSp delSp modSp new mod ord">
        <pc:chgData name="Thibault MOREL" userId="85eb15a077407481" providerId="LiveId" clId="{F7D867F2-2D87-4711-B1C2-BCDC3512ED68}" dt="2022-05-20T21:11:36.296" v="1482" actId="20577"/>
        <pc:sldMkLst>
          <pc:docMk/>
          <pc:sldMk cId="1068502330" sldId="269"/>
        </pc:sldMkLst>
        <pc:spChg chg="mod">
          <ac:chgData name="Thibault MOREL" userId="85eb15a077407481" providerId="LiveId" clId="{F7D867F2-2D87-4711-B1C2-BCDC3512ED68}" dt="2022-05-20T21:11:36.296" v="1482" actId="20577"/>
          <ac:spMkLst>
            <pc:docMk/>
            <pc:sldMk cId="1068502330" sldId="269"/>
            <ac:spMk id="2" creationId="{80275645-F6FC-F6B8-159D-8BB69E12937E}"/>
          </ac:spMkLst>
        </pc:spChg>
        <pc:spChg chg="del">
          <ac:chgData name="Thibault MOREL" userId="85eb15a077407481" providerId="LiveId" clId="{F7D867F2-2D87-4711-B1C2-BCDC3512ED68}" dt="2022-05-20T21:03:01.978" v="1426" actId="931"/>
          <ac:spMkLst>
            <pc:docMk/>
            <pc:sldMk cId="1068502330" sldId="269"/>
            <ac:spMk id="3" creationId="{3D428A9C-0E46-F7D7-FD64-33B0C9D00B94}"/>
          </ac:spMkLst>
        </pc:spChg>
        <pc:spChg chg="add del mod">
          <ac:chgData name="Thibault MOREL" userId="85eb15a077407481" providerId="LiveId" clId="{F7D867F2-2D87-4711-B1C2-BCDC3512ED68}" dt="2022-05-20T21:10:47.947" v="1431" actId="931"/>
          <ac:spMkLst>
            <pc:docMk/>
            <pc:sldMk cId="1068502330" sldId="269"/>
            <ac:spMk id="9" creationId="{30591214-256B-E65D-D6C6-07163C42869D}"/>
          </ac:spMkLst>
        </pc:spChg>
        <pc:picChg chg="add del">
          <ac:chgData name="Thibault MOREL" userId="85eb15a077407481" providerId="LiveId" clId="{F7D867F2-2D87-4711-B1C2-BCDC3512ED68}" dt="2022-05-20T21:02:47.230" v="1425" actId="478"/>
          <ac:picMkLst>
            <pc:docMk/>
            <pc:sldMk cId="1068502330" sldId="269"/>
            <ac:picMk id="5" creationId="{2D1F5CAD-56A6-6599-DB10-D177B3A24BB2}"/>
          </ac:picMkLst>
        </pc:picChg>
        <pc:picChg chg="add del mod">
          <ac:chgData name="Thibault MOREL" userId="85eb15a077407481" providerId="LiveId" clId="{F7D867F2-2D87-4711-B1C2-BCDC3512ED68}" dt="2022-05-20T21:10:40.709" v="1430" actId="478"/>
          <ac:picMkLst>
            <pc:docMk/>
            <pc:sldMk cId="1068502330" sldId="269"/>
            <ac:picMk id="7" creationId="{9FFD7F3B-24A9-1E81-BA84-CEB231CB49F2}"/>
          </ac:picMkLst>
        </pc:picChg>
        <pc:picChg chg="add mod">
          <ac:chgData name="Thibault MOREL" userId="85eb15a077407481" providerId="LiveId" clId="{F7D867F2-2D87-4711-B1C2-BCDC3512ED68}" dt="2022-05-20T21:10:47.947" v="1431" actId="931"/>
          <ac:picMkLst>
            <pc:docMk/>
            <pc:sldMk cId="1068502330" sldId="269"/>
            <ac:picMk id="11" creationId="{BF9691ED-608F-A0C7-DCDC-5CF11D718CD7}"/>
          </ac:picMkLst>
        </pc:picChg>
      </pc:sldChg>
      <pc:sldChg chg="addSp modSp new del mod">
        <pc:chgData name="Thibault MOREL" userId="85eb15a077407481" providerId="LiveId" clId="{F7D867F2-2D87-4711-B1C2-BCDC3512ED68}" dt="2022-05-20T23:43:37.854" v="1641" actId="47"/>
        <pc:sldMkLst>
          <pc:docMk/>
          <pc:sldMk cId="2887544923" sldId="270"/>
        </pc:sldMkLst>
        <pc:spChg chg="mod">
          <ac:chgData name="Thibault MOREL" userId="85eb15a077407481" providerId="LiveId" clId="{F7D867F2-2D87-4711-B1C2-BCDC3512ED68}" dt="2022-05-20T23:42:07.084" v="1579" actId="20577"/>
          <ac:spMkLst>
            <pc:docMk/>
            <pc:sldMk cId="2887544923" sldId="270"/>
            <ac:spMk id="2" creationId="{C61AEA5C-B54D-EC93-D27A-8ACEB6050C2C}"/>
          </ac:spMkLst>
        </pc:spChg>
        <pc:picChg chg="add mod">
          <ac:chgData name="Thibault MOREL" userId="85eb15a077407481" providerId="LiveId" clId="{F7D867F2-2D87-4711-B1C2-BCDC3512ED68}" dt="2022-05-20T23:41:54.673" v="1542" actId="1076"/>
          <ac:picMkLst>
            <pc:docMk/>
            <pc:sldMk cId="2887544923" sldId="270"/>
            <ac:picMk id="2050" creationId="{64B706E0-7351-356E-39CE-C4E3C8367ECC}"/>
          </ac:picMkLst>
        </pc:picChg>
      </pc:sldChg>
      <pc:sldChg chg="addSp delSp modSp new mod setBg">
        <pc:chgData name="Thibault MOREL" userId="85eb15a077407481" providerId="LiveId" clId="{F7D867F2-2D87-4711-B1C2-BCDC3512ED68}" dt="2022-05-21T08:33:02.514" v="2773" actId="14100"/>
        <pc:sldMkLst>
          <pc:docMk/>
          <pc:sldMk cId="2003323935" sldId="271"/>
        </pc:sldMkLst>
        <pc:spChg chg="mod">
          <ac:chgData name="Thibault MOREL" userId="85eb15a077407481" providerId="LiveId" clId="{F7D867F2-2D87-4711-B1C2-BCDC3512ED68}" dt="2022-05-20T23:42:57.848" v="1628" actId="26606"/>
          <ac:spMkLst>
            <pc:docMk/>
            <pc:sldMk cId="2003323935" sldId="271"/>
            <ac:spMk id="2" creationId="{4141EAD0-8AD5-C935-AF0D-F5C9956F7067}"/>
          </ac:spMkLst>
        </pc:spChg>
        <pc:spChg chg="del mod">
          <ac:chgData name="Thibault MOREL" userId="85eb15a077407481" providerId="LiveId" clId="{F7D867F2-2D87-4711-B1C2-BCDC3512ED68}" dt="2022-05-21T08:32:07.122" v="2758" actId="931"/>
          <ac:spMkLst>
            <pc:docMk/>
            <pc:sldMk cId="2003323935" sldId="271"/>
            <ac:spMk id="3" creationId="{6A5EF030-F14D-3079-3E17-3F9D017E6EFB}"/>
          </ac:spMkLst>
        </pc:spChg>
        <pc:spChg chg="add del">
          <ac:chgData name="Thibault MOREL" userId="85eb15a077407481" providerId="LiveId" clId="{F7D867F2-2D87-4711-B1C2-BCDC3512ED68}" dt="2022-05-20T23:42:57.843" v="1627" actId="26606"/>
          <ac:spMkLst>
            <pc:docMk/>
            <pc:sldMk cId="2003323935" sldId="271"/>
            <ac:spMk id="73" creationId="{A5931BE0-4B93-4D6C-878E-ACC59D6B4587}"/>
          </ac:spMkLst>
        </pc:spChg>
        <pc:spChg chg="add del">
          <ac:chgData name="Thibault MOREL" userId="85eb15a077407481" providerId="LiveId" clId="{F7D867F2-2D87-4711-B1C2-BCDC3512ED68}" dt="2022-05-20T23:42:57.843" v="1627" actId="26606"/>
          <ac:spMkLst>
            <pc:docMk/>
            <pc:sldMk cId="2003323935" sldId="271"/>
            <ac:spMk id="75" creationId="{746ECF6E-1937-4212-B2E3-E2F43AD7A25A}"/>
          </ac:spMkLst>
        </pc:spChg>
        <pc:spChg chg="add del">
          <ac:chgData name="Thibault MOREL" userId="85eb15a077407481" providerId="LiveId" clId="{F7D867F2-2D87-4711-B1C2-BCDC3512ED68}" dt="2022-05-20T23:42:57.843" v="1627" actId="26606"/>
          <ac:spMkLst>
            <pc:docMk/>
            <pc:sldMk cId="2003323935" sldId="271"/>
            <ac:spMk id="82" creationId="{57B709FF-BFDC-4D26-9990-BC26F14DEAC8}"/>
          </ac:spMkLst>
        </pc:spChg>
        <pc:spChg chg="add del">
          <ac:chgData name="Thibault MOREL" userId="85eb15a077407481" providerId="LiveId" clId="{F7D867F2-2D87-4711-B1C2-BCDC3512ED68}" dt="2022-05-20T23:42:57.843" v="1627" actId="26606"/>
          <ac:spMkLst>
            <pc:docMk/>
            <pc:sldMk cId="2003323935" sldId="271"/>
            <ac:spMk id="84" creationId="{6F427B2B-E8F7-4FF7-AA4D-580128383AA7}"/>
          </ac:spMkLst>
        </pc:spChg>
        <pc:spChg chg="add">
          <ac:chgData name="Thibault MOREL" userId="85eb15a077407481" providerId="LiveId" clId="{F7D867F2-2D87-4711-B1C2-BCDC3512ED68}" dt="2022-05-20T23:42:57.848" v="1628" actId="26606"/>
          <ac:spMkLst>
            <pc:docMk/>
            <pc:sldMk cId="2003323935" sldId="271"/>
            <ac:spMk id="3078" creationId="{A5931BE0-4B93-4D6C-878E-ACC59D6B4587}"/>
          </ac:spMkLst>
        </pc:spChg>
        <pc:spChg chg="add">
          <ac:chgData name="Thibault MOREL" userId="85eb15a077407481" providerId="LiveId" clId="{F7D867F2-2D87-4711-B1C2-BCDC3512ED68}" dt="2022-05-20T23:42:57.848" v="1628" actId="26606"/>
          <ac:spMkLst>
            <pc:docMk/>
            <pc:sldMk cId="2003323935" sldId="271"/>
            <ac:spMk id="3079" creationId="{6FF3A87B-2255-45E0-A551-C11FAF93290C}"/>
          </ac:spMkLst>
        </pc:spChg>
        <pc:grpChg chg="add del">
          <ac:chgData name="Thibault MOREL" userId="85eb15a077407481" providerId="LiveId" clId="{F7D867F2-2D87-4711-B1C2-BCDC3512ED68}" dt="2022-05-20T23:42:57.843" v="1627" actId="26606"/>
          <ac:grpSpMkLst>
            <pc:docMk/>
            <pc:sldMk cId="2003323935" sldId="271"/>
            <ac:grpSpMk id="77" creationId="{7119AF2A-3C22-4BC0-A8C5-A077AA201CE5}"/>
          </ac:grpSpMkLst>
        </pc:grpChg>
        <pc:picChg chg="add mod">
          <ac:chgData name="Thibault MOREL" userId="85eb15a077407481" providerId="LiveId" clId="{F7D867F2-2D87-4711-B1C2-BCDC3512ED68}" dt="2022-05-21T08:32:24.350" v="2763" actId="1076"/>
          <ac:picMkLst>
            <pc:docMk/>
            <pc:sldMk cId="2003323935" sldId="271"/>
            <ac:picMk id="5" creationId="{DC4E342B-51B0-C33E-ECD0-8EAF7245AFF5}"/>
          </ac:picMkLst>
        </pc:picChg>
        <pc:picChg chg="add del mod">
          <ac:chgData name="Thibault MOREL" userId="85eb15a077407481" providerId="LiveId" clId="{F7D867F2-2D87-4711-B1C2-BCDC3512ED68}" dt="2022-05-21T08:32:36.857" v="2767" actId="478"/>
          <ac:picMkLst>
            <pc:docMk/>
            <pc:sldMk cId="2003323935" sldId="271"/>
            <ac:picMk id="7" creationId="{25ACE741-A70C-9685-092F-A6941C9D9881}"/>
          </ac:picMkLst>
        </pc:picChg>
        <pc:picChg chg="add mod">
          <ac:chgData name="Thibault MOREL" userId="85eb15a077407481" providerId="LiveId" clId="{F7D867F2-2D87-4711-B1C2-BCDC3512ED68}" dt="2022-05-21T08:33:02.514" v="2773" actId="14100"/>
          <ac:picMkLst>
            <pc:docMk/>
            <pc:sldMk cId="2003323935" sldId="271"/>
            <ac:picMk id="9" creationId="{FE6F3ECB-0596-AECC-4CEC-3175997E6023}"/>
          </ac:picMkLst>
        </pc:picChg>
        <pc:picChg chg="add del mod">
          <ac:chgData name="Thibault MOREL" userId="85eb15a077407481" providerId="LiveId" clId="{F7D867F2-2D87-4711-B1C2-BCDC3512ED68}" dt="2022-05-21T08:31:54.135" v="2757" actId="478"/>
          <ac:picMkLst>
            <pc:docMk/>
            <pc:sldMk cId="2003323935" sldId="271"/>
            <ac:picMk id="2050" creationId="{0B8E41F4-E290-5014-2FC9-60DAB660EF21}"/>
          </ac:picMkLst>
        </pc:picChg>
        <pc:picChg chg="add del mod">
          <ac:chgData name="Thibault MOREL" userId="85eb15a077407481" providerId="LiveId" clId="{F7D867F2-2D87-4711-B1C2-BCDC3512ED68}" dt="2022-05-21T08:32:09.224" v="2759" actId="478"/>
          <ac:picMkLst>
            <pc:docMk/>
            <pc:sldMk cId="2003323935" sldId="271"/>
            <ac:picMk id="2052" creationId="{C44293A5-131E-42C1-0E80-DB2BE64980CD}"/>
          </ac:picMkLst>
        </pc:picChg>
        <pc:picChg chg="add del mod ord">
          <ac:chgData name="Thibault MOREL" userId="85eb15a077407481" providerId="LiveId" clId="{F7D867F2-2D87-4711-B1C2-BCDC3512ED68}" dt="2022-05-21T07:52:16.811" v="1705" actId="478"/>
          <ac:picMkLst>
            <pc:docMk/>
            <pc:sldMk cId="2003323935" sldId="271"/>
            <ac:picMk id="3074" creationId="{B1BD6342-F494-AAB5-5D98-A5CC22F90642}"/>
          </ac:picMkLst>
        </pc:picChg>
        <pc:picChg chg="add del mod ord">
          <ac:chgData name="Thibault MOREL" userId="85eb15a077407481" providerId="LiveId" clId="{F7D867F2-2D87-4711-B1C2-BCDC3512ED68}" dt="2022-05-21T07:52:54.590" v="1712" actId="478"/>
          <ac:picMkLst>
            <pc:docMk/>
            <pc:sldMk cId="2003323935" sldId="271"/>
            <ac:picMk id="3076" creationId="{1344E869-13CA-BC98-9E29-5D423F5E5A15}"/>
          </ac:picMkLst>
        </pc:picChg>
      </pc:sldChg>
      <pc:sldChg chg="addSp modSp new mod">
        <pc:chgData name="Thibault MOREL" userId="85eb15a077407481" providerId="LiveId" clId="{F7D867F2-2D87-4711-B1C2-BCDC3512ED68}" dt="2022-05-20T23:44:09.945" v="1688" actId="1076"/>
        <pc:sldMkLst>
          <pc:docMk/>
          <pc:sldMk cId="3552025707" sldId="272"/>
        </pc:sldMkLst>
        <pc:spChg chg="mod">
          <ac:chgData name="Thibault MOREL" userId="85eb15a077407481" providerId="LiveId" clId="{F7D867F2-2D87-4711-B1C2-BCDC3512ED68}" dt="2022-05-20T23:43:51.093" v="1685" actId="20577"/>
          <ac:spMkLst>
            <pc:docMk/>
            <pc:sldMk cId="3552025707" sldId="272"/>
            <ac:spMk id="2" creationId="{49A0D8A0-7971-CB20-63F8-763C21B05D32}"/>
          </ac:spMkLst>
        </pc:spChg>
        <pc:picChg chg="add mod">
          <ac:chgData name="Thibault MOREL" userId="85eb15a077407481" providerId="LiveId" clId="{F7D867F2-2D87-4711-B1C2-BCDC3512ED68}" dt="2022-05-20T23:44:09.945" v="1688" actId="1076"/>
          <ac:picMkLst>
            <pc:docMk/>
            <pc:sldMk cId="3552025707" sldId="272"/>
            <ac:picMk id="4098" creationId="{062317FD-8000-6657-DF46-EB9C9504667F}"/>
          </ac:picMkLst>
        </pc:picChg>
      </pc:sldChg>
      <pc:sldChg chg="modSp new mod">
        <pc:chgData name="Thibault MOREL" userId="85eb15a077407481" providerId="LiveId" clId="{F7D867F2-2D87-4711-B1C2-BCDC3512ED68}" dt="2022-05-21T08:40:48.919" v="2959" actId="6549"/>
        <pc:sldMkLst>
          <pc:docMk/>
          <pc:sldMk cId="2485633648" sldId="273"/>
        </pc:sldMkLst>
        <pc:spChg chg="mod">
          <ac:chgData name="Thibault MOREL" userId="85eb15a077407481" providerId="LiveId" clId="{F7D867F2-2D87-4711-B1C2-BCDC3512ED68}" dt="2022-05-21T08:04:02.389" v="1920" actId="20577"/>
          <ac:spMkLst>
            <pc:docMk/>
            <pc:sldMk cId="2485633648" sldId="273"/>
            <ac:spMk id="2" creationId="{AC8711C8-DE28-C926-760D-195006EA68F4}"/>
          </ac:spMkLst>
        </pc:spChg>
        <pc:spChg chg="mod">
          <ac:chgData name="Thibault MOREL" userId="85eb15a077407481" providerId="LiveId" clId="{F7D867F2-2D87-4711-B1C2-BCDC3512ED68}" dt="2022-05-21T08:40:48.919" v="2959" actId="6549"/>
          <ac:spMkLst>
            <pc:docMk/>
            <pc:sldMk cId="2485633648" sldId="273"/>
            <ac:spMk id="3" creationId="{F4373DB8-90F4-132B-0C3F-9E3AB97A2790}"/>
          </ac:spMkLst>
        </pc:spChg>
      </pc:sldChg>
      <pc:sldChg chg="modSp add mod">
        <pc:chgData name="Thibault MOREL" userId="85eb15a077407481" providerId="LiveId" clId="{F7D867F2-2D87-4711-B1C2-BCDC3512ED68}" dt="2022-05-21T09:03:27.662" v="2978" actId="20577"/>
        <pc:sldMkLst>
          <pc:docMk/>
          <pc:sldMk cId="4058607102" sldId="274"/>
        </pc:sldMkLst>
        <pc:spChg chg="mod">
          <ac:chgData name="Thibault MOREL" userId="85eb15a077407481" providerId="LiveId" clId="{F7D867F2-2D87-4711-B1C2-BCDC3512ED68}" dt="2022-05-21T09:03:27.662" v="2978" actId="20577"/>
          <ac:spMkLst>
            <pc:docMk/>
            <pc:sldMk cId="4058607102" sldId="274"/>
            <ac:spMk id="2" creationId="{FA8C655C-60DA-87D6-E5BE-EE58FD4B4CB7}"/>
          </ac:spMkLst>
        </pc:spChg>
      </pc:sldChg>
      <pc:sldChg chg="addSp modSp new mod setBg addAnim">
        <pc:chgData name="Thibault MOREL" userId="85eb15a077407481" providerId="LiveId" clId="{F7D867F2-2D87-4711-B1C2-BCDC3512ED68}" dt="2022-05-21T08:01:52.665" v="1871"/>
        <pc:sldMkLst>
          <pc:docMk/>
          <pc:sldMk cId="2149243319" sldId="275"/>
        </pc:sldMkLst>
        <pc:spChg chg="mod">
          <ac:chgData name="Thibault MOREL" userId="85eb15a077407481" providerId="LiveId" clId="{F7D867F2-2D87-4711-B1C2-BCDC3512ED68}" dt="2022-05-21T08:01:52.644" v="1870" actId="26606"/>
          <ac:spMkLst>
            <pc:docMk/>
            <pc:sldMk cId="2149243319" sldId="275"/>
            <ac:spMk id="2" creationId="{59E61D09-74E7-3FB8-5AF6-08ECCFB0F482}"/>
          </ac:spMkLst>
        </pc:spChg>
        <pc:spChg chg="add">
          <ac:chgData name="Thibault MOREL" userId="85eb15a077407481" providerId="LiveId" clId="{F7D867F2-2D87-4711-B1C2-BCDC3512ED68}" dt="2022-05-21T08:01:52.644" v="1870" actId="26606"/>
          <ac:spMkLst>
            <pc:docMk/>
            <pc:sldMk cId="2149243319" sldId="275"/>
            <ac:spMk id="8" creationId="{82184FF4-7029-4ED7-813A-192E60608764}"/>
          </ac:spMkLst>
        </pc:spChg>
        <pc:spChg chg="add">
          <ac:chgData name="Thibault MOREL" userId="85eb15a077407481" providerId="LiveId" clId="{F7D867F2-2D87-4711-B1C2-BCDC3512ED68}" dt="2022-05-21T08:01:52.644" v="1870" actId="26606"/>
          <ac:spMkLst>
            <pc:docMk/>
            <pc:sldMk cId="2149243319" sldId="275"/>
            <ac:spMk id="10" creationId="{AAA7AB09-557C-41AD-9113-FF9F68FA1035}"/>
          </ac:spMkLst>
        </pc:spChg>
        <pc:spChg chg="add">
          <ac:chgData name="Thibault MOREL" userId="85eb15a077407481" providerId="LiveId" clId="{F7D867F2-2D87-4711-B1C2-BCDC3512ED68}" dt="2022-05-21T08:01:52.644" v="1870" actId="26606"/>
          <ac:spMkLst>
            <pc:docMk/>
            <pc:sldMk cId="2149243319" sldId="275"/>
            <ac:spMk id="12" creationId="{EF99ECAA-1F11-4937-BBA6-51935AB44C9D}"/>
          </ac:spMkLst>
        </pc:spChg>
        <pc:spChg chg="add">
          <ac:chgData name="Thibault MOREL" userId="85eb15a077407481" providerId="LiveId" clId="{F7D867F2-2D87-4711-B1C2-BCDC3512ED68}" dt="2022-05-21T08:01:52.644" v="1870" actId="26606"/>
          <ac:spMkLst>
            <pc:docMk/>
            <pc:sldMk cId="2149243319" sldId="275"/>
            <ac:spMk id="20" creationId="{1DB043B4-68C6-45B9-82AC-A5800EADB8DB}"/>
          </ac:spMkLst>
        </pc:spChg>
        <pc:spChg chg="add">
          <ac:chgData name="Thibault MOREL" userId="85eb15a077407481" providerId="LiveId" clId="{F7D867F2-2D87-4711-B1C2-BCDC3512ED68}" dt="2022-05-21T08:01:52.644" v="1870" actId="26606"/>
          <ac:spMkLst>
            <pc:docMk/>
            <pc:sldMk cId="2149243319" sldId="275"/>
            <ac:spMk id="22" creationId="{AD4EA4DF-0E7C-4098-86F6-7D0ACAEFC0BF}"/>
          </ac:spMkLst>
        </pc:spChg>
        <pc:spChg chg="add">
          <ac:chgData name="Thibault MOREL" userId="85eb15a077407481" providerId="LiveId" clId="{F7D867F2-2D87-4711-B1C2-BCDC3512ED68}" dt="2022-05-21T08:01:52.644" v="1870" actId="26606"/>
          <ac:spMkLst>
            <pc:docMk/>
            <pc:sldMk cId="2149243319" sldId="275"/>
            <ac:spMk id="24" creationId="{FE05BC49-0F00-4C85-9AF5-A0CC5B39C8D2}"/>
          </ac:spMkLst>
        </pc:spChg>
        <pc:grpChg chg="add">
          <ac:chgData name="Thibault MOREL" userId="85eb15a077407481" providerId="LiveId" clId="{F7D867F2-2D87-4711-B1C2-BCDC3512ED68}" dt="2022-05-21T08:01:52.644" v="1870" actId="26606"/>
          <ac:grpSpMkLst>
            <pc:docMk/>
            <pc:sldMk cId="2149243319" sldId="275"/>
            <ac:grpSpMk id="14" creationId="{79DE9FAB-6BBA-4CFE-B67D-77B47F01ECA4}"/>
          </ac:grpSpMkLst>
        </pc:grpChg>
        <pc:picChg chg="add">
          <ac:chgData name="Thibault MOREL" userId="85eb15a077407481" providerId="LiveId" clId="{F7D867F2-2D87-4711-B1C2-BCDC3512ED68}" dt="2022-05-21T08:01:52.644" v="1870" actId="26606"/>
          <ac:picMkLst>
            <pc:docMk/>
            <pc:sldMk cId="2149243319" sldId="275"/>
            <ac:picMk id="4" creationId="{A4A53509-5E4A-3ADA-4783-D905063C826C}"/>
          </ac:picMkLst>
        </pc:picChg>
      </pc:sldChg>
      <pc:sldChg chg="new del">
        <pc:chgData name="Thibault MOREL" userId="85eb15a077407481" providerId="LiveId" clId="{F7D867F2-2D87-4711-B1C2-BCDC3512ED68}" dt="2022-05-21T08:03:28.591" v="1874" actId="47"/>
        <pc:sldMkLst>
          <pc:docMk/>
          <pc:sldMk cId="815494222" sldId="276"/>
        </pc:sldMkLst>
      </pc:sldChg>
      <pc:sldChg chg="addSp modSp new mod setBg addAnim">
        <pc:chgData name="Thibault MOREL" userId="85eb15a077407481" providerId="LiveId" clId="{F7D867F2-2D87-4711-B1C2-BCDC3512ED68}" dt="2022-05-21T08:03:48.934" v="1897"/>
        <pc:sldMkLst>
          <pc:docMk/>
          <pc:sldMk cId="2217566499" sldId="276"/>
        </pc:sldMkLst>
        <pc:spChg chg="mod">
          <ac:chgData name="Thibault MOREL" userId="85eb15a077407481" providerId="LiveId" clId="{F7D867F2-2D87-4711-B1C2-BCDC3512ED68}" dt="2022-05-21T08:03:48.930" v="1896" actId="26606"/>
          <ac:spMkLst>
            <pc:docMk/>
            <pc:sldMk cId="2217566499" sldId="276"/>
            <ac:spMk id="2" creationId="{5296252A-5FDC-9971-E028-9EE031813E55}"/>
          </ac:spMkLst>
        </pc:spChg>
        <pc:spChg chg="add">
          <ac:chgData name="Thibault MOREL" userId="85eb15a077407481" providerId="LiveId" clId="{F7D867F2-2D87-4711-B1C2-BCDC3512ED68}" dt="2022-05-21T08:03:48.930" v="1896" actId="26606"/>
          <ac:spMkLst>
            <pc:docMk/>
            <pc:sldMk cId="2217566499" sldId="276"/>
            <ac:spMk id="8" creationId="{82184FF4-7029-4ED7-813A-192E60608764}"/>
          </ac:spMkLst>
        </pc:spChg>
        <pc:spChg chg="add">
          <ac:chgData name="Thibault MOREL" userId="85eb15a077407481" providerId="LiveId" clId="{F7D867F2-2D87-4711-B1C2-BCDC3512ED68}" dt="2022-05-21T08:03:48.930" v="1896" actId="26606"/>
          <ac:spMkLst>
            <pc:docMk/>
            <pc:sldMk cId="2217566499" sldId="276"/>
            <ac:spMk id="10" creationId="{AAA7AB09-557C-41AD-9113-FF9F68FA1035}"/>
          </ac:spMkLst>
        </pc:spChg>
        <pc:spChg chg="add">
          <ac:chgData name="Thibault MOREL" userId="85eb15a077407481" providerId="LiveId" clId="{F7D867F2-2D87-4711-B1C2-BCDC3512ED68}" dt="2022-05-21T08:03:48.930" v="1896" actId="26606"/>
          <ac:spMkLst>
            <pc:docMk/>
            <pc:sldMk cId="2217566499" sldId="276"/>
            <ac:spMk id="12" creationId="{EF99ECAA-1F11-4937-BBA6-51935AB44C9D}"/>
          </ac:spMkLst>
        </pc:spChg>
        <pc:spChg chg="add">
          <ac:chgData name="Thibault MOREL" userId="85eb15a077407481" providerId="LiveId" clId="{F7D867F2-2D87-4711-B1C2-BCDC3512ED68}" dt="2022-05-21T08:03:48.930" v="1896" actId="26606"/>
          <ac:spMkLst>
            <pc:docMk/>
            <pc:sldMk cId="2217566499" sldId="276"/>
            <ac:spMk id="20" creationId="{1DB043B4-68C6-45B9-82AC-A5800EADB8DB}"/>
          </ac:spMkLst>
        </pc:spChg>
        <pc:spChg chg="add">
          <ac:chgData name="Thibault MOREL" userId="85eb15a077407481" providerId="LiveId" clId="{F7D867F2-2D87-4711-B1C2-BCDC3512ED68}" dt="2022-05-21T08:03:48.930" v="1896" actId="26606"/>
          <ac:spMkLst>
            <pc:docMk/>
            <pc:sldMk cId="2217566499" sldId="276"/>
            <ac:spMk id="22" creationId="{AD4EA4DF-0E7C-4098-86F6-7D0ACAEFC0BF}"/>
          </ac:spMkLst>
        </pc:spChg>
        <pc:spChg chg="add">
          <ac:chgData name="Thibault MOREL" userId="85eb15a077407481" providerId="LiveId" clId="{F7D867F2-2D87-4711-B1C2-BCDC3512ED68}" dt="2022-05-21T08:03:48.930" v="1896" actId="26606"/>
          <ac:spMkLst>
            <pc:docMk/>
            <pc:sldMk cId="2217566499" sldId="276"/>
            <ac:spMk id="24" creationId="{FE05BC49-0F00-4C85-9AF5-A0CC5B39C8D2}"/>
          </ac:spMkLst>
        </pc:spChg>
        <pc:grpChg chg="add">
          <ac:chgData name="Thibault MOREL" userId="85eb15a077407481" providerId="LiveId" clId="{F7D867F2-2D87-4711-B1C2-BCDC3512ED68}" dt="2022-05-21T08:03:48.930" v="1896" actId="26606"/>
          <ac:grpSpMkLst>
            <pc:docMk/>
            <pc:sldMk cId="2217566499" sldId="276"/>
            <ac:grpSpMk id="14" creationId="{79DE9FAB-6BBA-4CFE-B67D-77B47F01ECA4}"/>
          </ac:grpSpMkLst>
        </pc:grpChg>
        <pc:picChg chg="add">
          <ac:chgData name="Thibault MOREL" userId="85eb15a077407481" providerId="LiveId" clId="{F7D867F2-2D87-4711-B1C2-BCDC3512ED68}" dt="2022-05-21T08:03:48.930" v="1896" actId="26606"/>
          <ac:picMkLst>
            <pc:docMk/>
            <pc:sldMk cId="2217566499" sldId="276"/>
            <ac:picMk id="4" creationId="{CB12E422-337B-90B8-0C0B-295AA449631A}"/>
          </ac:picMkLst>
        </pc:picChg>
      </pc:sldChg>
      <pc:sldChg chg="addSp delSp modSp new mod">
        <pc:chgData name="Thibault MOREL" userId="85eb15a077407481" providerId="LiveId" clId="{F7D867F2-2D87-4711-B1C2-BCDC3512ED68}" dt="2022-05-21T09:08:12.430" v="3032" actId="20577"/>
        <pc:sldMkLst>
          <pc:docMk/>
          <pc:sldMk cId="3728395311" sldId="277"/>
        </pc:sldMkLst>
        <pc:spChg chg="del">
          <ac:chgData name="Thibault MOREL" userId="85eb15a077407481" providerId="LiveId" clId="{F7D867F2-2D87-4711-B1C2-BCDC3512ED68}" dt="2022-05-21T08:14:06.880" v="2542"/>
          <ac:spMkLst>
            <pc:docMk/>
            <pc:sldMk cId="3728395311" sldId="277"/>
            <ac:spMk id="3" creationId="{CF2242DB-4A27-CB50-D136-DD76F6888396}"/>
          </ac:spMkLst>
        </pc:spChg>
        <pc:spChg chg="add mod">
          <ac:chgData name="Thibault MOREL" userId="85eb15a077407481" providerId="LiveId" clId="{F7D867F2-2D87-4711-B1C2-BCDC3512ED68}" dt="2022-05-21T08:16:28.945" v="2639" actId="1076"/>
          <ac:spMkLst>
            <pc:docMk/>
            <pc:sldMk cId="3728395311" sldId="277"/>
            <ac:spMk id="4" creationId="{48EB56A6-E51B-2813-F16F-4D3C8C9C7DA4}"/>
          </ac:spMkLst>
        </pc:spChg>
        <pc:spChg chg="add mod ord">
          <ac:chgData name="Thibault MOREL" userId="85eb15a077407481" providerId="LiveId" clId="{F7D867F2-2D87-4711-B1C2-BCDC3512ED68}" dt="2022-05-21T08:18:33.319" v="2680" actId="171"/>
          <ac:spMkLst>
            <pc:docMk/>
            <pc:sldMk cId="3728395311" sldId="277"/>
            <ac:spMk id="5" creationId="{07983D01-AD3B-8B32-AA94-781EE85AB5BE}"/>
          </ac:spMkLst>
        </pc:spChg>
        <pc:spChg chg="add mod ord">
          <ac:chgData name="Thibault MOREL" userId="85eb15a077407481" providerId="LiveId" clId="{F7D867F2-2D87-4711-B1C2-BCDC3512ED68}" dt="2022-05-21T08:17:29.967" v="2645" actId="1076"/>
          <ac:spMkLst>
            <pc:docMk/>
            <pc:sldMk cId="3728395311" sldId="277"/>
            <ac:spMk id="7" creationId="{49B4C54A-9A3A-7F72-4B2E-FF94FD9BF8C0}"/>
          </ac:spMkLst>
        </pc:spChg>
        <pc:spChg chg="add mod">
          <ac:chgData name="Thibault MOREL" userId="85eb15a077407481" providerId="LiveId" clId="{F7D867F2-2D87-4711-B1C2-BCDC3512ED68}" dt="2022-05-21T09:08:12.430" v="3032" actId="20577"/>
          <ac:spMkLst>
            <pc:docMk/>
            <pc:sldMk cId="3728395311" sldId="277"/>
            <ac:spMk id="9" creationId="{620E9253-4885-D9FE-ED58-99E0C1386D1F}"/>
          </ac:spMkLst>
        </pc:spChg>
        <pc:picChg chg="add mod">
          <ac:chgData name="Thibault MOREL" userId="85eb15a077407481" providerId="LiveId" clId="{F7D867F2-2D87-4711-B1C2-BCDC3512ED68}" dt="2022-05-21T08:18:45.940" v="2684" actId="1038"/>
          <ac:picMkLst>
            <pc:docMk/>
            <pc:sldMk cId="3728395311" sldId="277"/>
            <ac:picMk id="6" creationId="{BB8B1B51-5A35-68D8-7CC9-AEBD4C7917E5}"/>
          </ac:picMkLst>
        </pc:picChg>
        <pc:picChg chg="add mod">
          <ac:chgData name="Thibault MOREL" userId="85eb15a077407481" providerId="LiveId" clId="{F7D867F2-2D87-4711-B1C2-BCDC3512ED68}" dt="2022-05-21T08:16:56.456" v="2642" actId="166"/>
          <ac:picMkLst>
            <pc:docMk/>
            <pc:sldMk cId="3728395311" sldId="277"/>
            <ac:picMk id="8" creationId="{321D6D80-1217-7DF8-DC82-C3C74294C5D5}"/>
          </ac:picMkLst>
        </pc:picChg>
        <pc:picChg chg="add mod">
          <ac:chgData name="Thibault MOREL" userId="85eb15a077407481" providerId="LiveId" clId="{F7D867F2-2D87-4711-B1C2-BCDC3512ED68}" dt="2022-05-21T08:16:03.027" v="2617" actId="14100"/>
          <ac:picMkLst>
            <pc:docMk/>
            <pc:sldMk cId="3728395311" sldId="277"/>
            <ac:picMk id="3074" creationId="{2A091A5A-1702-7411-6789-40C0FCC80868}"/>
          </ac:picMkLst>
        </pc:picChg>
      </pc:sldChg>
      <pc:sldChg chg="addSp delSp modSp new mod">
        <pc:chgData name="Thibault MOREL" userId="85eb15a077407481" providerId="LiveId" clId="{F7D867F2-2D87-4711-B1C2-BCDC3512ED68}" dt="2022-05-21T08:31:14.448" v="2756" actId="931"/>
        <pc:sldMkLst>
          <pc:docMk/>
          <pc:sldMk cId="2307543739" sldId="278"/>
        </pc:sldMkLst>
        <pc:spChg chg="mod">
          <ac:chgData name="Thibault MOREL" userId="85eb15a077407481" providerId="LiveId" clId="{F7D867F2-2D87-4711-B1C2-BCDC3512ED68}" dt="2022-05-21T08:31:06.572" v="2755" actId="20577"/>
          <ac:spMkLst>
            <pc:docMk/>
            <pc:sldMk cId="2307543739" sldId="278"/>
            <ac:spMk id="2" creationId="{304D0B91-FF1F-18AE-B0C0-8B325B1B77A5}"/>
          </ac:spMkLst>
        </pc:spChg>
        <pc:spChg chg="del">
          <ac:chgData name="Thibault MOREL" userId="85eb15a077407481" providerId="LiveId" clId="{F7D867F2-2D87-4711-B1C2-BCDC3512ED68}" dt="2022-05-21T08:31:14.448" v="2756" actId="931"/>
          <ac:spMkLst>
            <pc:docMk/>
            <pc:sldMk cId="2307543739" sldId="278"/>
            <ac:spMk id="3" creationId="{F97F58CD-A47D-6731-A3F2-52657380C911}"/>
          </ac:spMkLst>
        </pc:spChg>
        <pc:picChg chg="add mod">
          <ac:chgData name="Thibault MOREL" userId="85eb15a077407481" providerId="LiveId" clId="{F7D867F2-2D87-4711-B1C2-BCDC3512ED68}" dt="2022-05-21T08:31:14.448" v="2756" actId="931"/>
          <ac:picMkLst>
            <pc:docMk/>
            <pc:sldMk cId="2307543739" sldId="278"/>
            <ac:picMk id="5" creationId="{037B4C73-A99C-576B-B731-F1EE0C966995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E32AB5-0B9D-4AF5-A955-8D30FB00B36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3DBD52C-BB76-4ED5-BD83-F352C5BB399F}">
      <dgm:prSet/>
      <dgm:spPr/>
      <dgm:t>
        <a:bodyPr/>
        <a:lstStyle/>
        <a:p>
          <a:r>
            <a:rPr lang="fr-FR" b="1" dirty="0"/>
            <a:t>MCM </a:t>
          </a:r>
          <a:r>
            <a:rPr lang="fr-FR" b="1" dirty="0" err="1"/>
            <a:t>investment</a:t>
          </a:r>
          <a:r>
            <a:rPr lang="fr-FR" b="1" dirty="0"/>
            <a:t> </a:t>
          </a:r>
          <a:r>
            <a:rPr lang="fr-FR" dirty="0"/>
            <a:t>– a </a:t>
          </a:r>
          <a:r>
            <a:rPr lang="fr-FR" dirty="0" err="1"/>
            <a:t>young</a:t>
          </a:r>
          <a:r>
            <a:rPr lang="fr-FR" dirty="0"/>
            <a:t> crypto trading </a:t>
          </a:r>
          <a:r>
            <a:rPr lang="fr-FR" dirty="0" err="1"/>
            <a:t>company</a:t>
          </a:r>
          <a:endParaRPr lang="en-US" dirty="0"/>
        </a:p>
      </dgm:t>
    </dgm:pt>
    <dgm:pt modelId="{847E908D-3C40-4EA4-8160-FCD3848A4B10}" type="parTrans" cxnId="{5B9BD708-2D48-4BBD-8A94-C5018080A06B}">
      <dgm:prSet/>
      <dgm:spPr/>
      <dgm:t>
        <a:bodyPr/>
        <a:lstStyle/>
        <a:p>
          <a:endParaRPr lang="en-US"/>
        </a:p>
      </dgm:t>
    </dgm:pt>
    <dgm:pt modelId="{FB31440F-6EE4-4D8C-B051-3660889D060B}" type="sibTrans" cxnId="{5B9BD708-2D48-4BBD-8A94-C5018080A06B}">
      <dgm:prSet/>
      <dgm:spPr/>
      <dgm:t>
        <a:bodyPr/>
        <a:lstStyle/>
        <a:p>
          <a:endParaRPr lang="en-US"/>
        </a:p>
      </dgm:t>
    </dgm:pt>
    <dgm:pt modelId="{44000ABC-61BE-4BCB-8990-1FB4DEB78FDE}">
      <dgm:prSet/>
      <dgm:spPr/>
      <dgm:t>
        <a:bodyPr/>
        <a:lstStyle/>
        <a:p>
          <a:r>
            <a:rPr lang="fr-FR"/>
            <a:t>Founded in 2022 by 4 ambitious students</a:t>
          </a:r>
          <a:endParaRPr lang="en-US"/>
        </a:p>
      </dgm:t>
    </dgm:pt>
    <dgm:pt modelId="{FF39008B-1BED-41AD-AD13-45E9D976F368}" type="parTrans" cxnId="{A8DBD4E1-741D-4B0A-B66F-A53D4D32C3AA}">
      <dgm:prSet/>
      <dgm:spPr/>
      <dgm:t>
        <a:bodyPr/>
        <a:lstStyle/>
        <a:p>
          <a:endParaRPr lang="en-US"/>
        </a:p>
      </dgm:t>
    </dgm:pt>
    <dgm:pt modelId="{27B0B90E-8002-44D1-9A16-9C4316A4225B}" type="sibTrans" cxnId="{A8DBD4E1-741D-4B0A-B66F-A53D4D32C3AA}">
      <dgm:prSet/>
      <dgm:spPr/>
      <dgm:t>
        <a:bodyPr/>
        <a:lstStyle/>
        <a:p>
          <a:endParaRPr lang="en-US"/>
        </a:p>
      </dgm:t>
    </dgm:pt>
    <dgm:pt modelId="{B8D4B284-00F6-4462-B844-FE9CB5450641}">
      <dgm:prSet/>
      <dgm:spPr/>
      <dgm:t>
        <a:bodyPr/>
        <a:lstStyle/>
        <a:p>
          <a:r>
            <a:rPr lang="fr-FR" dirty="0" err="1"/>
            <a:t>Using</a:t>
          </a:r>
          <a:r>
            <a:rPr lang="fr-FR" dirty="0"/>
            <a:t> trading </a:t>
          </a:r>
          <a:r>
            <a:rPr lang="fr-FR" dirty="0" err="1"/>
            <a:t>strategy</a:t>
          </a:r>
          <a:r>
            <a:rPr lang="fr-FR" dirty="0"/>
            <a:t> </a:t>
          </a:r>
          <a:r>
            <a:rPr lang="fr-FR" dirty="0" err="1"/>
            <a:t>based</a:t>
          </a:r>
          <a:r>
            <a:rPr lang="fr-FR" dirty="0"/>
            <a:t> on </a:t>
          </a:r>
          <a:r>
            <a:rPr lang="fr-FR" dirty="0" err="1"/>
            <a:t>optimized</a:t>
          </a:r>
          <a:r>
            <a:rPr lang="fr-FR" dirty="0"/>
            <a:t> </a:t>
          </a:r>
          <a:r>
            <a:rPr lang="fr-FR" dirty="0" err="1"/>
            <a:t>technical</a:t>
          </a:r>
          <a:r>
            <a:rPr lang="fr-FR" dirty="0"/>
            <a:t> </a:t>
          </a:r>
          <a:r>
            <a:rPr lang="fr-FR" dirty="0" err="1"/>
            <a:t>signals</a:t>
          </a:r>
          <a:endParaRPr lang="en-US" dirty="0"/>
        </a:p>
      </dgm:t>
    </dgm:pt>
    <dgm:pt modelId="{E8AB2124-5CD0-4D7A-A06D-96A4F99DB3C0}" type="parTrans" cxnId="{D01AF521-ADE6-4EA2-878A-01C7F400AF6D}">
      <dgm:prSet/>
      <dgm:spPr/>
      <dgm:t>
        <a:bodyPr/>
        <a:lstStyle/>
        <a:p>
          <a:endParaRPr lang="en-US"/>
        </a:p>
      </dgm:t>
    </dgm:pt>
    <dgm:pt modelId="{E7D1E9D7-4D40-46C5-84CC-3F19453ECB6C}" type="sibTrans" cxnId="{D01AF521-ADE6-4EA2-878A-01C7F400AF6D}">
      <dgm:prSet/>
      <dgm:spPr/>
      <dgm:t>
        <a:bodyPr/>
        <a:lstStyle/>
        <a:p>
          <a:endParaRPr lang="en-US"/>
        </a:p>
      </dgm:t>
    </dgm:pt>
    <dgm:pt modelId="{C9D22B90-212E-4094-99AD-DC527FB98680}">
      <dgm:prSet/>
      <dgm:spPr/>
      <dgm:t>
        <a:bodyPr/>
        <a:lstStyle/>
        <a:p>
          <a:r>
            <a:rPr lang="fr-FR"/>
            <a:t>Making crypto trading easier and accessible to everyone</a:t>
          </a:r>
          <a:endParaRPr lang="en-US"/>
        </a:p>
      </dgm:t>
    </dgm:pt>
    <dgm:pt modelId="{094FDCB5-6BDE-4921-A4F1-08A33E4EECFC}" type="parTrans" cxnId="{0D19BDB1-611B-4D04-9B44-B454C35AC4C6}">
      <dgm:prSet/>
      <dgm:spPr/>
      <dgm:t>
        <a:bodyPr/>
        <a:lstStyle/>
        <a:p>
          <a:endParaRPr lang="en-US"/>
        </a:p>
      </dgm:t>
    </dgm:pt>
    <dgm:pt modelId="{4C8A35E8-52B2-40BE-ACD8-757DCBEDAA1F}" type="sibTrans" cxnId="{0D19BDB1-611B-4D04-9B44-B454C35AC4C6}">
      <dgm:prSet/>
      <dgm:spPr/>
      <dgm:t>
        <a:bodyPr/>
        <a:lstStyle/>
        <a:p>
          <a:endParaRPr lang="en-US"/>
        </a:p>
      </dgm:t>
    </dgm:pt>
    <dgm:pt modelId="{4F181564-8205-43F1-B701-178E123C1F8F}" type="pres">
      <dgm:prSet presAssocID="{63E32AB5-0B9D-4AF5-A955-8D30FB00B365}" presName="root" presStyleCnt="0">
        <dgm:presLayoutVars>
          <dgm:dir/>
          <dgm:resizeHandles val="exact"/>
        </dgm:presLayoutVars>
      </dgm:prSet>
      <dgm:spPr/>
    </dgm:pt>
    <dgm:pt modelId="{3BBD47EF-2C2D-401B-8607-9F3D623A3252}" type="pres">
      <dgm:prSet presAssocID="{63E32AB5-0B9D-4AF5-A955-8D30FB00B365}" presName="container" presStyleCnt="0">
        <dgm:presLayoutVars>
          <dgm:dir/>
          <dgm:resizeHandles val="exact"/>
        </dgm:presLayoutVars>
      </dgm:prSet>
      <dgm:spPr/>
    </dgm:pt>
    <dgm:pt modelId="{66FD788F-1239-4D47-8441-3D2FFE648116}" type="pres">
      <dgm:prSet presAssocID="{C3DBD52C-BB76-4ED5-BD83-F352C5BB399F}" presName="compNode" presStyleCnt="0"/>
      <dgm:spPr/>
    </dgm:pt>
    <dgm:pt modelId="{E95B991E-EFA1-4789-9188-5AC56D97ACC5}" type="pres">
      <dgm:prSet presAssocID="{C3DBD52C-BB76-4ED5-BD83-F352C5BB399F}" presName="iconBgRect" presStyleLbl="bgShp" presStyleIdx="0" presStyleCnt="4"/>
      <dgm:spPr/>
    </dgm:pt>
    <dgm:pt modelId="{DF58DCA2-95B1-49CA-9873-8E990E038045}" type="pres">
      <dgm:prSet presAssocID="{C3DBD52C-BB76-4ED5-BD83-F352C5BB399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èces"/>
        </a:ext>
      </dgm:extLst>
    </dgm:pt>
    <dgm:pt modelId="{AA322C5C-8C53-49D1-8DA3-A4AEDC7D8705}" type="pres">
      <dgm:prSet presAssocID="{C3DBD52C-BB76-4ED5-BD83-F352C5BB399F}" presName="spaceRect" presStyleCnt="0"/>
      <dgm:spPr/>
    </dgm:pt>
    <dgm:pt modelId="{6A3C4F4C-8783-4B02-AF34-0875B522EED2}" type="pres">
      <dgm:prSet presAssocID="{C3DBD52C-BB76-4ED5-BD83-F352C5BB399F}" presName="textRect" presStyleLbl="revTx" presStyleIdx="0" presStyleCnt="4">
        <dgm:presLayoutVars>
          <dgm:chMax val="1"/>
          <dgm:chPref val="1"/>
        </dgm:presLayoutVars>
      </dgm:prSet>
      <dgm:spPr/>
    </dgm:pt>
    <dgm:pt modelId="{B97D8CC8-2ED5-474E-B382-280C8BCF758A}" type="pres">
      <dgm:prSet presAssocID="{FB31440F-6EE4-4D8C-B051-3660889D060B}" presName="sibTrans" presStyleLbl="sibTrans2D1" presStyleIdx="0" presStyleCnt="0"/>
      <dgm:spPr/>
    </dgm:pt>
    <dgm:pt modelId="{B20F8725-6EF9-4260-8A14-6D7E22FF96DD}" type="pres">
      <dgm:prSet presAssocID="{44000ABC-61BE-4BCB-8990-1FB4DEB78FDE}" presName="compNode" presStyleCnt="0"/>
      <dgm:spPr/>
    </dgm:pt>
    <dgm:pt modelId="{88BD2036-9BA6-42A6-A873-4DDC7919C2BA}" type="pres">
      <dgm:prSet presAssocID="{44000ABC-61BE-4BCB-8990-1FB4DEB78FDE}" presName="iconBgRect" presStyleLbl="bgShp" presStyleIdx="1" presStyleCnt="4"/>
      <dgm:spPr/>
    </dgm:pt>
    <dgm:pt modelId="{092DEE98-370E-45F8-9EE9-48EF49D18E8B}" type="pres">
      <dgm:prSet presAssocID="{44000ABC-61BE-4BCB-8990-1FB4DEB78FD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e"/>
        </a:ext>
      </dgm:extLst>
    </dgm:pt>
    <dgm:pt modelId="{41FBDE59-F3A1-437B-8C17-8122DEA49BCE}" type="pres">
      <dgm:prSet presAssocID="{44000ABC-61BE-4BCB-8990-1FB4DEB78FDE}" presName="spaceRect" presStyleCnt="0"/>
      <dgm:spPr/>
    </dgm:pt>
    <dgm:pt modelId="{0A2FA065-BE43-48B6-88FE-6A7BB9F8713F}" type="pres">
      <dgm:prSet presAssocID="{44000ABC-61BE-4BCB-8990-1FB4DEB78FDE}" presName="textRect" presStyleLbl="revTx" presStyleIdx="1" presStyleCnt="4">
        <dgm:presLayoutVars>
          <dgm:chMax val="1"/>
          <dgm:chPref val="1"/>
        </dgm:presLayoutVars>
      </dgm:prSet>
      <dgm:spPr/>
    </dgm:pt>
    <dgm:pt modelId="{AB0A7036-9630-4C60-B521-E9F398850054}" type="pres">
      <dgm:prSet presAssocID="{27B0B90E-8002-44D1-9A16-9C4316A4225B}" presName="sibTrans" presStyleLbl="sibTrans2D1" presStyleIdx="0" presStyleCnt="0"/>
      <dgm:spPr/>
    </dgm:pt>
    <dgm:pt modelId="{5DE019C5-3565-415B-8F23-F6601E5BF290}" type="pres">
      <dgm:prSet presAssocID="{B8D4B284-00F6-4462-B844-FE9CB5450641}" presName="compNode" presStyleCnt="0"/>
      <dgm:spPr/>
    </dgm:pt>
    <dgm:pt modelId="{759D19B0-E999-41F9-A94B-98AC50F7F9E6}" type="pres">
      <dgm:prSet presAssocID="{B8D4B284-00F6-4462-B844-FE9CB5450641}" presName="iconBgRect" presStyleLbl="bgShp" presStyleIdx="2" presStyleCnt="4"/>
      <dgm:spPr/>
    </dgm:pt>
    <dgm:pt modelId="{6346A2EF-381D-4ACB-A625-4DD60D470DA6}" type="pres">
      <dgm:prSet presAssocID="{B8D4B284-00F6-4462-B844-FE9CB545064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AD11F11-6CC8-425B-873E-978B6C5E3275}" type="pres">
      <dgm:prSet presAssocID="{B8D4B284-00F6-4462-B844-FE9CB5450641}" presName="spaceRect" presStyleCnt="0"/>
      <dgm:spPr/>
    </dgm:pt>
    <dgm:pt modelId="{F868BAF2-D19D-4F03-8733-37A783C2BABF}" type="pres">
      <dgm:prSet presAssocID="{B8D4B284-00F6-4462-B844-FE9CB5450641}" presName="textRect" presStyleLbl="revTx" presStyleIdx="2" presStyleCnt="4">
        <dgm:presLayoutVars>
          <dgm:chMax val="1"/>
          <dgm:chPref val="1"/>
        </dgm:presLayoutVars>
      </dgm:prSet>
      <dgm:spPr/>
    </dgm:pt>
    <dgm:pt modelId="{B07FB6F9-A12A-4C54-97EA-DCA1E5ECF78E}" type="pres">
      <dgm:prSet presAssocID="{E7D1E9D7-4D40-46C5-84CC-3F19453ECB6C}" presName="sibTrans" presStyleLbl="sibTrans2D1" presStyleIdx="0" presStyleCnt="0"/>
      <dgm:spPr/>
    </dgm:pt>
    <dgm:pt modelId="{7065C632-B076-43A8-92B0-0153DF6A9255}" type="pres">
      <dgm:prSet presAssocID="{C9D22B90-212E-4094-99AD-DC527FB98680}" presName="compNode" presStyleCnt="0"/>
      <dgm:spPr/>
    </dgm:pt>
    <dgm:pt modelId="{68E840B8-9DEC-4DA2-94C1-BDF9AA759E00}" type="pres">
      <dgm:prSet presAssocID="{C9D22B90-212E-4094-99AD-DC527FB98680}" presName="iconBgRect" presStyleLbl="bgShp" presStyleIdx="3" presStyleCnt="4"/>
      <dgm:spPr/>
    </dgm:pt>
    <dgm:pt modelId="{A7D3195A-7C72-4EAC-8842-8777844D6937}" type="pres">
      <dgm:prSet presAssocID="{C9D22B90-212E-4094-99AD-DC527FB9868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gent"/>
        </a:ext>
      </dgm:extLst>
    </dgm:pt>
    <dgm:pt modelId="{0119E111-F9E1-4E72-BD27-0738C4DBC511}" type="pres">
      <dgm:prSet presAssocID="{C9D22B90-212E-4094-99AD-DC527FB98680}" presName="spaceRect" presStyleCnt="0"/>
      <dgm:spPr/>
    </dgm:pt>
    <dgm:pt modelId="{C7B8F8BA-8EA2-4236-BFBD-E8ED1911A704}" type="pres">
      <dgm:prSet presAssocID="{C9D22B90-212E-4094-99AD-DC527FB9868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3BF1500-3E93-4ADF-B53F-73121BF35631}" type="presOf" srcId="{B8D4B284-00F6-4462-B844-FE9CB5450641}" destId="{F868BAF2-D19D-4F03-8733-37A783C2BABF}" srcOrd="0" destOrd="0" presId="urn:microsoft.com/office/officeart/2018/2/layout/IconCircleList"/>
    <dgm:cxn modelId="{5B9BD708-2D48-4BBD-8A94-C5018080A06B}" srcId="{63E32AB5-0B9D-4AF5-A955-8D30FB00B365}" destId="{C3DBD52C-BB76-4ED5-BD83-F352C5BB399F}" srcOrd="0" destOrd="0" parTransId="{847E908D-3C40-4EA4-8160-FCD3848A4B10}" sibTransId="{FB31440F-6EE4-4D8C-B051-3660889D060B}"/>
    <dgm:cxn modelId="{D01AF521-ADE6-4EA2-878A-01C7F400AF6D}" srcId="{63E32AB5-0B9D-4AF5-A955-8D30FB00B365}" destId="{B8D4B284-00F6-4462-B844-FE9CB5450641}" srcOrd="2" destOrd="0" parTransId="{E8AB2124-5CD0-4D7A-A06D-96A4F99DB3C0}" sibTransId="{E7D1E9D7-4D40-46C5-84CC-3F19453ECB6C}"/>
    <dgm:cxn modelId="{ADB1CA34-E298-4744-A34B-102691BABD3F}" type="presOf" srcId="{27B0B90E-8002-44D1-9A16-9C4316A4225B}" destId="{AB0A7036-9630-4C60-B521-E9F398850054}" srcOrd="0" destOrd="0" presId="urn:microsoft.com/office/officeart/2018/2/layout/IconCircleList"/>
    <dgm:cxn modelId="{965D9B75-950F-4FE7-BE39-B87122F6D5E0}" type="presOf" srcId="{C3DBD52C-BB76-4ED5-BD83-F352C5BB399F}" destId="{6A3C4F4C-8783-4B02-AF34-0875B522EED2}" srcOrd="0" destOrd="0" presId="urn:microsoft.com/office/officeart/2018/2/layout/IconCircleList"/>
    <dgm:cxn modelId="{5C9F6A8A-FF25-470F-A9B8-817AE1C01514}" type="presOf" srcId="{E7D1E9D7-4D40-46C5-84CC-3F19453ECB6C}" destId="{B07FB6F9-A12A-4C54-97EA-DCA1E5ECF78E}" srcOrd="0" destOrd="0" presId="urn:microsoft.com/office/officeart/2018/2/layout/IconCircleList"/>
    <dgm:cxn modelId="{3D09C79C-B88F-4AB1-8348-401875E2F767}" type="presOf" srcId="{44000ABC-61BE-4BCB-8990-1FB4DEB78FDE}" destId="{0A2FA065-BE43-48B6-88FE-6A7BB9F8713F}" srcOrd="0" destOrd="0" presId="urn:microsoft.com/office/officeart/2018/2/layout/IconCircleList"/>
    <dgm:cxn modelId="{0D19BDB1-611B-4D04-9B44-B454C35AC4C6}" srcId="{63E32AB5-0B9D-4AF5-A955-8D30FB00B365}" destId="{C9D22B90-212E-4094-99AD-DC527FB98680}" srcOrd="3" destOrd="0" parTransId="{094FDCB5-6BDE-4921-A4F1-08A33E4EECFC}" sibTransId="{4C8A35E8-52B2-40BE-ACD8-757DCBEDAA1F}"/>
    <dgm:cxn modelId="{E048F5CD-A021-4905-99CF-6EE9DE181ECB}" type="presOf" srcId="{63E32AB5-0B9D-4AF5-A955-8D30FB00B365}" destId="{4F181564-8205-43F1-B701-178E123C1F8F}" srcOrd="0" destOrd="0" presId="urn:microsoft.com/office/officeart/2018/2/layout/IconCircleList"/>
    <dgm:cxn modelId="{3DD299CF-CB0F-4DB5-98E1-EE31658601A0}" type="presOf" srcId="{FB31440F-6EE4-4D8C-B051-3660889D060B}" destId="{B97D8CC8-2ED5-474E-B382-280C8BCF758A}" srcOrd="0" destOrd="0" presId="urn:microsoft.com/office/officeart/2018/2/layout/IconCircleList"/>
    <dgm:cxn modelId="{A8DBD4E1-741D-4B0A-B66F-A53D4D32C3AA}" srcId="{63E32AB5-0B9D-4AF5-A955-8D30FB00B365}" destId="{44000ABC-61BE-4BCB-8990-1FB4DEB78FDE}" srcOrd="1" destOrd="0" parTransId="{FF39008B-1BED-41AD-AD13-45E9D976F368}" sibTransId="{27B0B90E-8002-44D1-9A16-9C4316A4225B}"/>
    <dgm:cxn modelId="{7B7BB3F0-13A0-4FCE-9578-A030B1B9E398}" type="presOf" srcId="{C9D22B90-212E-4094-99AD-DC527FB98680}" destId="{C7B8F8BA-8EA2-4236-BFBD-E8ED1911A704}" srcOrd="0" destOrd="0" presId="urn:microsoft.com/office/officeart/2018/2/layout/IconCircleList"/>
    <dgm:cxn modelId="{6CD737F4-7F4E-4DC3-95F5-99C717E0EA37}" type="presParOf" srcId="{4F181564-8205-43F1-B701-178E123C1F8F}" destId="{3BBD47EF-2C2D-401B-8607-9F3D623A3252}" srcOrd="0" destOrd="0" presId="urn:microsoft.com/office/officeart/2018/2/layout/IconCircleList"/>
    <dgm:cxn modelId="{26E617A9-A310-43E8-97C8-8EE272EEE0C7}" type="presParOf" srcId="{3BBD47EF-2C2D-401B-8607-9F3D623A3252}" destId="{66FD788F-1239-4D47-8441-3D2FFE648116}" srcOrd="0" destOrd="0" presId="urn:microsoft.com/office/officeart/2018/2/layout/IconCircleList"/>
    <dgm:cxn modelId="{7C06CDF5-68E7-4D0B-BE3D-B832E6339701}" type="presParOf" srcId="{66FD788F-1239-4D47-8441-3D2FFE648116}" destId="{E95B991E-EFA1-4789-9188-5AC56D97ACC5}" srcOrd="0" destOrd="0" presId="urn:microsoft.com/office/officeart/2018/2/layout/IconCircleList"/>
    <dgm:cxn modelId="{1F9A8BE0-959D-43C4-A8DA-34C5C3B154C5}" type="presParOf" srcId="{66FD788F-1239-4D47-8441-3D2FFE648116}" destId="{DF58DCA2-95B1-49CA-9873-8E990E038045}" srcOrd="1" destOrd="0" presId="urn:microsoft.com/office/officeart/2018/2/layout/IconCircleList"/>
    <dgm:cxn modelId="{D96F67DC-3804-4B3F-981B-6017EE763971}" type="presParOf" srcId="{66FD788F-1239-4D47-8441-3D2FFE648116}" destId="{AA322C5C-8C53-49D1-8DA3-A4AEDC7D8705}" srcOrd="2" destOrd="0" presId="urn:microsoft.com/office/officeart/2018/2/layout/IconCircleList"/>
    <dgm:cxn modelId="{F21F9313-A3C8-4CA0-B0A5-B1A17BC09778}" type="presParOf" srcId="{66FD788F-1239-4D47-8441-3D2FFE648116}" destId="{6A3C4F4C-8783-4B02-AF34-0875B522EED2}" srcOrd="3" destOrd="0" presId="urn:microsoft.com/office/officeart/2018/2/layout/IconCircleList"/>
    <dgm:cxn modelId="{A213BA2B-809F-412A-A906-9780FD21BE7B}" type="presParOf" srcId="{3BBD47EF-2C2D-401B-8607-9F3D623A3252}" destId="{B97D8CC8-2ED5-474E-B382-280C8BCF758A}" srcOrd="1" destOrd="0" presId="urn:microsoft.com/office/officeart/2018/2/layout/IconCircleList"/>
    <dgm:cxn modelId="{AD3D2B8C-15F1-47A2-A913-952BEB5BEC58}" type="presParOf" srcId="{3BBD47EF-2C2D-401B-8607-9F3D623A3252}" destId="{B20F8725-6EF9-4260-8A14-6D7E22FF96DD}" srcOrd="2" destOrd="0" presId="urn:microsoft.com/office/officeart/2018/2/layout/IconCircleList"/>
    <dgm:cxn modelId="{62B444CB-B7FB-45E8-9F3D-8B087388DBAD}" type="presParOf" srcId="{B20F8725-6EF9-4260-8A14-6D7E22FF96DD}" destId="{88BD2036-9BA6-42A6-A873-4DDC7919C2BA}" srcOrd="0" destOrd="0" presId="urn:microsoft.com/office/officeart/2018/2/layout/IconCircleList"/>
    <dgm:cxn modelId="{32FC8717-C262-4D76-87AF-CAF26EB9A95A}" type="presParOf" srcId="{B20F8725-6EF9-4260-8A14-6D7E22FF96DD}" destId="{092DEE98-370E-45F8-9EE9-48EF49D18E8B}" srcOrd="1" destOrd="0" presId="urn:microsoft.com/office/officeart/2018/2/layout/IconCircleList"/>
    <dgm:cxn modelId="{0EA94156-E9B6-44B4-B56A-7DD7B629A7AE}" type="presParOf" srcId="{B20F8725-6EF9-4260-8A14-6D7E22FF96DD}" destId="{41FBDE59-F3A1-437B-8C17-8122DEA49BCE}" srcOrd="2" destOrd="0" presId="urn:microsoft.com/office/officeart/2018/2/layout/IconCircleList"/>
    <dgm:cxn modelId="{4F506253-5FC9-4B26-8122-BABF8DB3028B}" type="presParOf" srcId="{B20F8725-6EF9-4260-8A14-6D7E22FF96DD}" destId="{0A2FA065-BE43-48B6-88FE-6A7BB9F8713F}" srcOrd="3" destOrd="0" presId="urn:microsoft.com/office/officeart/2018/2/layout/IconCircleList"/>
    <dgm:cxn modelId="{941A501D-C96C-46FE-96D0-292EF1754282}" type="presParOf" srcId="{3BBD47EF-2C2D-401B-8607-9F3D623A3252}" destId="{AB0A7036-9630-4C60-B521-E9F398850054}" srcOrd="3" destOrd="0" presId="urn:microsoft.com/office/officeart/2018/2/layout/IconCircleList"/>
    <dgm:cxn modelId="{74C5685A-F6CF-4990-BC64-52209051A281}" type="presParOf" srcId="{3BBD47EF-2C2D-401B-8607-9F3D623A3252}" destId="{5DE019C5-3565-415B-8F23-F6601E5BF290}" srcOrd="4" destOrd="0" presId="urn:microsoft.com/office/officeart/2018/2/layout/IconCircleList"/>
    <dgm:cxn modelId="{4D41AFFE-EBC7-447B-A78E-EE792555BD77}" type="presParOf" srcId="{5DE019C5-3565-415B-8F23-F6601E5BF290}" destId="{759D19B0-E999-41F9-A94B-98AC50F7F9E6}" srcOrd="0" destOrd="0" presId="urn:microsoft.com/office/officeart/2018/2/layout/IconCircleList"/>
    <dgm:cxn modelId="{706D959D-E57B-46BA-88E0-C04EAE432E1E}" type="presParOf" srcId="{5DE019C5-3565-415B-8F23-F6601E5BF290}" destId="{6346A2EF-381D-4ACB-A625-4DD60D470DA6}" srcOrd="1" destOrd="0" presId="urn:microsoft.com/office/officeart/2018/2/layout/IconCircleList"/>
    <dgm:cxn modelId="{8850AF26-F03C-4872-9394-71D9348F76B2}" type="presParOf" srcId="{5DE019C5-3565-415B-8F23-F6601E5BF290}" destId="{4AD11F11-6CC8-425B-873E-978B6C5E3275}" srcOrd="2" destOrd="0" presId="urn:microsoft.com/office/officeart/2018/2/layout/IconCircleList"/>
    <dgm:cxn modelId="{00CBEF5D-506D-49A6-B682-36D555FB2B88}" type="presParOf" srcId="{5DE019C5-3565-415B-8F23-F6601E5BF290}" destId="{F868BAF2-D19D-4F03-8733-37A783C2BABF}" srcOrd="3" destOrd="0" presId="urn:microsoft.com/office/officeart/2018/2/layout/IconCircleList"/>
    <dgm:cxn modelId="{AD08025C-F8B2-4980-A7B2-90A5BE17E256}" type="presParOf" srcId="{3BBD47EF-2C2D-401B-8607-9F3D623A3252}" destId="{B07FB6F9-A12A-4C54-97EA-DCA1E5ECF78E}" srcOrd="5" destOrd="0" presId="urn:microsoft.com/office/officeart/2018/2/layout/IconCircleList"/>
    <dgm:cxn modelId="{2605FC2B-3667-46FB-8457-5594C05CA19A}" type="presParOf" srcId="{3BBD47EF-2C2D-401B-8607-9F3D623A3252}" destId="{7065C632-B076-43A8-92B0-0153DF6A9255}" srcOrd="6" destOrd="0" presId="urn:microsoft.com/office/officeart/2018/2/layout/IconCircleList"/>
    <dgm:cxn modelId="{CA2B0AF9-E92A-4055-BAC6-6E016D610D9B}" type="presParOf" srcId="{7065C632-B076-43A8-92B0-0153DF6A9255}" destId="{68E840B8-9DEC-4DA2-94C1-BDF9AA759E00}" srcOrd="0" destOrd="0" presId="urn:microsoft.com/office/officeart/2018/2/layout/IconCircleList"/>
    <dgm:cxn modelId="{812B6FE2-09F4-4B41-8DE6-90AC037A145A}" type="presParOf" srcId="{7065C632-B076-43A8-92B0-0153DF6A9255}" destId="{A7D3195A-7C72-4EAC-8842-8777844D6937}" srcOrd="1" destOrd="0" presId="urn:microsoft.com/office/officeart/2018/2/layout/IconCircleList"/>
    <dgm:cxn modelId="{8CBE5D7D-8258-4FB9-90BF-30888D046281}" type="presParOf" srcId="{7065C632-B076-43A8-92B0-0153DF6A9255}" destId="{0119E111-F9E1-4E72-BD27-0738C4DBC511}" srcOrd="2" destOrd="0" presId="urn:microsoft.com/office/officeart/2018/2/layout/IconCircleList"/>
    <dgm:cxn modelId="{366247E7-2BFB-4B4A-898F-ACCB0B5E4B63}" type="presParOf" srcId="{7065C632-B076-43A8-92B0-0153DF6A9255}" destId="{C7B8F8BA-8EA2-4236-BFBD-E8ED1911A70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5C0B4F-9C6B-4C10-83D2-96D42A259734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F1A271-F5E4-4C4F-8119-EE5010B44486}">
      <dgm:prSet custT="1"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fr-FR" sz="1400" dirty="0" err="1"/>
            <a:t>Strategy</a:t>
          </a:r>
          <a:r>
            <a:rPr lang="fr-FR" sz="1400" dirty="0"/>
            <a:t> </a:t>
          </a:r>
          <a:r>
            <a:rPr lang="fr-FR" sz="1400" dirty="0" err="1"/>
            <a:t>based</a:t>
          </a:r>
          <a:r>
            <a:rPr lang="fr-FR" sz="1400" dirty="0"/>
            <a:t> on </a:t>
          </a:r>
          <a:r>
            <a:rPr lang="fr-FR" sz="1400" dirty="0" err="1"/>
            <a:t>elaborated</a:t>
          </a:r>
          <a:r>
            <a:rPr lang="fr-FR" sz="1400" dirty="0"/>
            <a:t> </a:t>
          </a:r>
          <a:r>
            <a:rPr lang="fr-FR" sz="1400" dirty="0" err="1"/>
            <a:t>algorithmic</a:t>
          </a:r>
          <a:r>
            <a:rPr lang="fr-FR" sz="1400" dirty="0"/>
            <a:t> trading signal</a:t>
          </a:r>
          <a:endParaRPr lang="en-US" sz="1400" dirty="0"/>
        </a:p>
      </dgm:t>
    </dgm:pt>
    <dgm:pt modelId="{EAEE3D77-89B6-407A-B8E7-0F3CD75D568D}" type="parTrans" cxnId="{97D971E1-56EC-47AF-8201-A0206F2DE274}">
      <dgm:prSet/>
      <dgm:spPr/>
      <dgm:t>
        <a:bodyPr/>
        <a:lstStyle/>
        <a:p>
          <a:endParaRPr lang="en-US"/>
        </a:p>
      </dgm:t>
    </dgm:pt>
    <dgm:pt modelId="{073DE215-4D19-4F02-AD08-6BF91741F738}" type="sibTrans" cxnId="{97D971E1-56EC-47AF-8201-A0206F2DE274}">
      <dgm:prSet/>
      <dgm:spPr/>
      <dgm:t>
        <a:bodyPr/>
        <a:lstStyle/>
        <a:p>
          <a:endParaRPr lang="en-US"/>
        </a:p>
      </dgm:t>
    </dgm:pt>
    <dgm:pt modelId="{2559AE12-975E-4BBD-9DBE-D21CE278C7C5}">
      <dgm:prSet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fr-FR" dirty="0" err="1"/>
            <a:t>We</a:t>
          </a:r>
          <a:r>
            <a:rPr lang="fr-FR" dirty="0"/>
            <a:t> </a:t>
          </a:r>
          <a:r>
            <a:rPr lang="fr-FR" dirty="0" err="1"/>
            <a:t>optimized</a:t>
          </a:r>
          <a:r>
            <a:rPr lang="fr-FR" dirty="0"/>
            <a:t> the </a:t>
          </a:r>
          <a:r>
            <a:rPr lang="fr-FR" dirty="0" err="1"/>
            <a:t>approach</a:t>
          </a:r>
          <a:r>
            <a:rPr lang="fr-FR" dirty="0"/>
            <a:t> of </a:t>
          </a:r>
          <a:r>
            <a:rPr lang="fr-FR" dirty="0" err="1"/>
            <a:t>this</a:t>
          </a:r>
          <a:r>
            <a:rPr lang="fr-FR" dirty="0"/>
            <a:t> </a:t>
          </a:r>
          <a:r>
            <a:rPr lang="fr-FR" dirty="0" err="1"/>
            <a:t>technical</a:t>
          </a:r>
          <a:r>
            <a:rPr lang="fr-FR" dirty="0"/>
            <a:t> </a:t>
          </a:r>
          <a:r>
            <a:rPr lang="fr-FR" dirty="0" err="1"/>
            <a:t>strategy</a:t>
          </a:r>
          <a:r>
            <a:rPr lang="fr-FR" dirty="0"/>
            <a:t> </a:t>
          </a:r>
          <a:r>
            <a:rPr lang="fr-FR" dirty="0" err="1"/>
            <a:t>using</a:t>
          </a:r>
          <a:r>
            <a:rPr lang="fr-FR" dirty="0"/>
            <a:t> </a:t>
          </a:r>
          <a:r>
            <a:rPr lang="fr-FR" dirty="0" err="1"/>
            <a:t>previous</a:t>
          </a:r>
          <a:r>
            <a:rPr lang="fr-FR" dirty="0"/>
            <a:t> </a:t>
          </a:r>
          <a:r>
            <a:rPr lang="fr-FR" dirty="0" err="1"/>
            <a:t>days</a:t>
          </a:r>
          <a:r>
            <a:rPr lang="fr-FR" dirty="0"/>
            <a:t> values</a:t>
          </a:r>
          <a:endParaRPr lang="en-US" dirty="0"/>
        </a:p>
      </dgm:t>
    </dgm:pt>
    <dgm:pt modelId="{65B16DD3-CC63-49E0-A748-892CBB5D5A94}" type="parTrans" cxnId="{F69AA2B8-993D-41E0-8AFE-8CE73E5DB67E}">
      <dgm:prSet/>
      <dgm:spPr/>
      <dgm:t>
        <a:bodyPr/>
        <a:lstStyle/>
        <a:p>
          <a:endParaRPr lang="en-US"/>
        </a:p>
      </dgm:t>
    </dgm:pt>
    <dgm:pt modelId="{F036E4EC-BC91-42C8-92A7-54FD369E45BC}" type="sibTrans" cxnId="{F69AA2B8-993D-41E0-8AFE-8CE73E5DB67E}">
      <dgm:prSet/>
      <dgm:spPr/>
      <dgm:t>
        <a:bodyPr/>
        <a:lstStyle/>
        <a:p>
          <a:endParaRPr lang="en-US"/>
        </a:p>
      </dgm:t>
    </dgm:pt>
    <dgm:pt modelId="{D4B485BD-0001-47D1-9CB6-A132D49C83C3}">
      <dgm:prSet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fr-FR" dirty="0"/>
            <a:t>As a client, </a:t>
          </a:r>
          <a:r>
            <a:rPr lang="fr-FR" dirty="0" err="1"/>
            <a:t>you’ll</a:t>
          </a:r>
          <a:r>
            <a:rPr lang="fr-FR" dirty="0"/>
            <a:t> </a:t>
          </a:r>
          <a:r>
            <a:rPr lang="fr-FR" dirty="0" err="1"/>
            <a:t>receive</a:t>
          </a:r>
          <a:r>
            <a:rPr lang="fr-FR" dirty="0"/>
            <a:t> </a:t>
          </a:r>
          <a:r>
            <a:rPr lang="fr-FR" dirty="0" err="1"/>
            <a:t>everyday</a:t>
          </a:r>
          <a:r>
            <a:rPr lang="fr-FR" dirty="0"/>
            <a:t> a notification </a:t>
          </a:r>
          <a:r>
            <a:rPr lang="fr-FR" dirty="0" err="1"/>
            <a:t>that</a:t>
          </a:r>
          <a:r>
            <a:rPr lang="fr-FR" dirty="0"/>
            <a:t> </a:t>
          </a:r>
          <a:r>
            <a:rPr lang="fr-FR" dirty="0" err="1"/>
            <a:t>will</a:t>
          </a:r>
          <a:r>
            <a:rPr lang="fr-FR" dirty="0"/>
            <a:t> </a:t>
          </a:r>
          <a:r>
            <a:rPr lang="fr-FR" dirty="0" err="1"/>
            <a:t>advise</a:t>
          </a:r>
          <a:r>
            <a:rPr lang="fr-FR" dirty="0"/>
            <a:t> </a:t>
          </a:r>
          <a:r>
            <a:rPr lang="fr-FR" dirty="0" err="1"/>
            <a:t>you</a:t>
          </a:r>
          <a:r>
            <a:rPr lang="fr-FR" dirty="0"/>
            <a:t> on </a:t>
          </a:r>
          <a:r>
            <a:rPr lang="fr-FR" dirty="0" err="1"/>
            <a:t>what</a:t>
          </a:r>
          <a:r>
            <a:rPr lang="fr-FR" dirty="0"/>
            <a:t> to do ?</a:t>
          </a:r>
          <a:endParaRPr lang="en-US" dirty="0"/>
        </a:p>
      </dgm:t>
    </dgm:pt>
    <dgm:pt modelId="{7146D6B3-7984-405B-8905-A6CDCA2B961A}" type="parTrans" cxnId="{2EC55F49-352D-4483-B5EF-A77FADE8BD6C}">
      <dgm:prSet/>
      <dgm:spPr/>
      <dgm:t>
        <a:bodyPr/>
        <a:lstStyle/>
        <a:p>
          <a:endParaRPr lang="en-US"/>
        </a:p>
      </dgm:t>
    </dgm:pt>
    <dgm:pt modelId="{6909F661-CFE2-4CB6-903E-BDB421975F1D}" type="sibTrans" cxnId="{2EC55F49-352D-4483-B5EF-A77FADE8BD6C}">
      <dgm:prSet/>
      <dgm:spPr/>
      <dgm:t>
        <a:bodyPr/>
        <a:lstStyle/>
        <a:p>
          <a:endParaRPr lang="en-US"/>
        </a:p>
      </dgm:t>
    </dgm:pt>
    <dgm:pt modelId="{C5CDCFD2-3C83-4331-92BD-FE04E0018E66}">
      <dgm:prSet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fr-FR" dirty="0"/>
            <a:t>3 simple </a:t>
          </a:r>
          <a:r>
            <a:rPr lang="fr-FR" dirty="0" err="1"/>
            <a:t>possibilities</a:t>
          </a:r>
          <a:r>
            <a:rPr lang="fr-FR" dirty="0"/>
            <a:t> :</a:t>
          </a:r>
        </a:p>
        <a:p>
          <a:pPr algn="ctr">
            <a:lnSpc>
              <a:spcPct val="100000"/>
            </a:lnSpc>
            <a:defRPr b="1"/>
          </a:pPr>
          <a:r>
            <a:rPr lang="fr-FR" dirty="0"/>
            <a:t>- </a:t>
          </a:r>
          <a:r>
            <a:rPr lang="fr-FR" dirty="0" err="1"/>
            <a:t>Buy</a:t>
          </a:r>
          <a:endParaRPr lang="fr-FR" dirty="0"/>
        </a:p>
        <a:p>
          <a:pPr algn="ctr">
            <a:lnSpc>
              <a:spcPct val="100000"/>
            </a:lnSpc>
            <a:defRPr b="1"/>
          </a:pPr>
          <a:r>
            <a:rPr lang="fr-FR" dirty="0"/>
            <a:t>- Hold </a:t>
          </a:r>
        </a:p>
        <a:p>
          <a:pPr algn="ctr">
            <a:lnSpc>
              <a:spcPct val="100000"/>
            </a:lnSpc>
            <a:defRPr b="1"/>
          </a:pPr>
          <a:r>
            <a:rPr lang="fr-FR" dirty="0"/>
            <a:t>- </a:t>
          </a:r>
          <a:r>
            <a:rPr lang="fr-FR" dirty="0" err="1"/>
            <a:t>Sell</a:t>
          </a:r>
          <a:endParaRPr lang="en-US" dirty="0"/>
        </a:p>
      </dgm:t>
    </dgm:pt>
    <dgm:pt modelId="{303DB0DB-C013-4A5A-B996-7621AA5C5255}" type="parTrans" cxnId="{E5DC90B5-717E-4E36-B288-C903A617FAF8}">
      <dgm:prSet/>
      <dgm:spPr/>
      <dgm:t>
        <a:bodyPr/>
        <a:lstStyle/>
        <a:p>
          <a:endParaRPr lang="en-US"/>
        </a:p>
      </dgm:t>
    </dgm:pt>
    <dgm:pt modelId="{81E956BF-21CA-46E8-AB08-DBADF824435D}" type="sibTrans" cxnId="{E5DC90B5-717E-4E36-B288-C903A617FAF8}">
      <dgm:prSet/>
      <dgm:spPr/>
      <dgm:t>
        <a:bodyPr/>
        <a:lstStyle/>
        <a:p>
          <a:endParaRPr lang="en-US"/>
        </a:p>
      </dgm:t>
    </dgm:pt>
    <dgm:pt modelId="{A6B33A11-6E4B-43EF-9D15-446C7D0C9C7A}" type="pres">
      <dgm:prSet presAssocID="{B75C0B4F-9C6B-4C10-83D2-96D42A259734}" presName="root" presStyleCnt="0">
        <dgm:presLayoutVars>
          <dgm:dir/>
          <dgm:resizeHandles val="exact"/>
        </dgm:presLayoutVars>
      </dgm:prSet>
      <dgm:spPr/>
    </dgm:pt>
    <dgm:pt modelId="{D40F7870-86B4-495B-B042-272526F5C415}" type="pres">
      <dgm:prSet presAssocID="{BBF1A271-F5E4-4C4F-8119-EE5010B44486}" presName="compNode" presStyleCnt="0"/>
      <dgm:spPr/>
    </dgm:pt>
    <dgm:pt modelId="{0A877767-4543-4BD1-B61C-56B149EB1F08}" type="pres">
      <dgm:prSet presAssocID="{BBF1A271-F5E4-4C4F-8119-EE5010B44486}" presName="iconRect" presStyleLbl="node1" presStyleIdx="0" presStyleCnt="4" custLinFactNeighborX="42934" custLinFactNeighborY="-899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ignée de main"/>
        </a:ext>
      </dgm:extLst>
    </dgm:pt>
    <dgm:pt modelId="{D25F5363-0837-4474-8419-98D551A43D08}" type="pres">
      <dgm:prSet presAssocID="{BBF1A271-F5E4-4C4F-8119-EE5010B44486}" presName="iconSpace" presStyleCnt="0"/>
      <dgm:spPr/>
    </dgm:pt>
    <dgm:pt modelId="{4ADEFD90-9DAF-4AA5-9891-B6009C21ABD7}" type="pres">
      <dgm:prSet presAssocID="{BBF1A271-F5E4-4C4F-8119-EE5010B44486}" presName="parTx" presStyleLbl="revTx" presStyleIdx="0" presStyleCnt="8" custScaleX="77214" custScaleY="84622" custLinFactNeighborX="-6280" custLinFactNeighborY="13250">
        <dgm:presLayoutVars>
          <dgm:chMax val="0"/>
          <dgm:chPref val="0"/>
        </dgm:presLayoutVars>
      </dgm:prSet>
      <dgm:spPr/>
    </dgm:pt>
    <dgm:pt modelId="{7F77DDF7-D47A-46A5-9A5B-26B7C40D5554}" type="pres">
      <dgm:prSet presAssocID="{BBF1A271-F5E4-4C4F-8119-EE5010B44486}" presName="txSpace" presStyleCnt="0"/>
      <dgm:spPr/>
    </dgm:pt>
    <dgm:pt modelId="{55AEC527-CECB-42A4-AE45-E9B0903D2663}" type="pres">
      <dgm:prSet presAssocID="{BBF1A271-F5E4-4C4F-8119-EE5010B44486}" presName="desTx" presStyleLbl="revTx" presStyleIdx="1" presStyleCnt="8">
        <dgm:presLayoutVars/>
      </dgm:prSet>
      <dgm:spPr/>
    </dgm:pt>
    <dgm:pt modelId="{506707CE-F1BB-40D6-9951-B9E932F1B84E}" type="pres">
      <dgm:prSet presAssocID="{073DE215-4D19-4F02-AD08-6BF91741F738}" presName="sibTrans" presStyleCnt="0"/>
      <dgm:spPr/>
    </dgm:pt>
    <dgm:pt modelId="{D5F8F703-D1FE-43A6-B5C2-9221248B7E00}" type="pres">
      <dgm:prSet presAssocID="{2559AE12-975E-4BBD-9DBE-D21CE278C7C5}" presName="compNode" presStyleCnt="0"/>
      <dgm:spPr/>
    </dgm:pt>
    <dgm:pt modelId="{95BADE61-95BD-4354-8B2C-6B83AFD4C9F7}" type="pres">
      <dgm:prSet presAssocID="{2559AE12-975E-4BBD-9DBE-D21CE278C7C5}" presName="iconRect" presStyleLbl="node1" presStyleIdx="1" presStyleCnt="4" custLinFactNeighborY="-6839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s"/>
        </a:ext>
      </dgm:extLst>
    </dgm:pt>
    <dgm:pt modelId="{9D8EA0C5-C60A-4A8A-AD4E-1FE994DACC4B}" type="pres">
      <dgm:prSet presAssocID="{2559AE12-975E-4BBD-9DBE-D21CE278C7C5}" presName="iconSpace" presStyleCnt="0"/>
      <dgm:spPr/>
    </dgm:pt>
    <dgm:pt modelId="{760315AD-2403-4A82-89C4-E07857DBB1C0}" type="pres">
      <dgm:prSet presAssocID="{2559AE12-975E-4BBD-9DBE-D21CE278C7C5}" presName="parTx" presStyleLbl="revTx" presStyleIdx="2" presStyleCnt="8" custScaleX="84815" custScaleY="167673" custLinFactNeighborX="-26742" custLinFactNeighborY="48295">
        <dgm:presLayoutVars>
          <dgm:chMax val="0"/>
          <dgm:chPref val="0"/>
        </dgm:presLayoutVars>
      </dgm:prSet>
      <dgm:spPr/>
    </dgm:pt>
    <dgm:pt modelId="{7483ED6C-7EDC-41A8-AC5F-4DE47058180D}" type="pres">
      <dgm:prSet presAssocID="{2559AE12-975E-4BBD-9DBE-D21CE278C7C5}" presName="txSpace" presStyleCnt="0"/>
      <dgm:spPr/>
    </dgm:pt>
    <dgm:pt modelId="{2B07320E-EE49-4B1E-82C7-2947A5A4FE57}" type="pres">
      <dgm:prSet presAssocID="{2559AE12-975E-4BBD-9DBE-D21CE278C7C5}" presName="desTx" presStyleLbl="revTx" presStyleIdx="3" presStyleCnt="8">
        <dgm:presLayoutVars/>
      </dgm:prSet>
      <dgm:spPr/>
    </dgm:pt>
    <dgm:pt modelId="{0F72352D-0C26-4D79-B725-5ABE274C2747}" type="pres">
      <dgm:prSet presAssocID="{F036E4EC-BC91-42C8-92A7-54FD369E45BC}" presName="sibTrans" presStyleCnt="0"/>
      <dgm:spPr/>
    </dgm:pt>
    <dgm:pt modelId="{67BB4ACA-049F-4BB6-9B18-6CEBDB393458}" type="pres">
      <dgm:prSet presAssocID="{D4B485BD-0001-47D1-9CB6-A132D49C83C3}" presName="compNode" presStyleCnt="0"/>
      <dgm:spPr/>
    </dgm:pt>
    <dgm:pt modelId="{77FC3292-F4F1-4054-9938-1D6CB48218EB}" type="pres">
      <dgm:prSet presAssocID="{D4B485BD-0001-47D1-9CB6-A132D49C83C3}" presName="iconRect" presStyleLbl="node1" presStyleIdx="2" presStyleCnt="4" custLinFactNeighborY="-899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phone contour"/>
        </a:ext>
      </dgm:extLst>
    </dgm:pt>
    <dgm:pt modelId="{7174DFCC-01BA-403A-9254-7D2C60E53078}" type="pres">
      <dgm:prSet presAssocID="{D4B485BD-0001-47D1-9CB6-A132D49C83C3}" presName="iconSpace" presStyleCnt="0"/>
      <dgm:spPr/>
    </dgm:pt>
    <dgm:pt modelId="{66985324-0F93-4113-A62E-9809BBF6D14E}" type="pres">
      <dgm:prSet presAssocID="{D4B485BD-0001-47D1-9CB6-A132D49C83C3}" presName="parTx" presStyleLbl="revTx" presStyleIdx="4" presStyleCnt="8" custLinFactNeighborX="-27941" custLinFactNeighborY="13609">
        <dgm:presLayoutVars>
          <dgm:chMax val="0"/>
          <dgm:chPref val="0"/>
        </dgm:presLayoutVars>
      </dgm:prSet>
      <dgm:spPr/>
    </dgm:pt>
    <dgm:pt modelId="{07BF2E33-BE76-485F-A3FB-089E9C638300}" type="pres">
      <dgm:prSet presAssocID="{D4B485BD-0001-47D1-9CB6-A132D49C83C3}" presName="txSpace" presStyleCnt="0"/>
      <dgm:spPr/>
    </dgm:pt>
    <dgm:pt modelId="{7510C9C1-C7C0-4791-BEFE-B17063AE6465}" type="pres">
      <dgm:prSet presAssocID="{D4B485BD-0001-47D1-9CB6-A132D49C83C3}" presName="desTx" presStyleLbl="revTx" presStyleIdx="5" presStyleCnt="8">
        <dgm:presLayoutVars/>
      </dgm:prSet>
      <dgm:spPr/>
    </dgm:pt>
    <dgm:pt modelId="{F254A843-0A16-44A1-A181-7E39DB6FE49F}" type="pres">
      <dgm:prSet presAssocID="{6909F661-CFE2-4CB6-903E-BDB421975F1D}" presName="sibTrans" presStyleCnt="0"/>
      <dgm:spPr/>
    </dgm:pt>
    <dgm:pt modelId="{EE2CB455-FC93-47A9-AA1D-4AF91A03614E}" type="pres">
      <dgm:prSet presAssocID="{C5CDCFD2-3C83-4331-92BD-FE04E0018E66}" presName="compNode" presStyleCnt="0"/>
      <dgm:spPr/>
    </dgm:pt>
    <dgm:pt modelId="{1B441757-86E2-41BD-9479-2E8892885C1C}" type="pres">
      <dgm:prSet presAssocID="{C5CDCFD2-3C83-4331-92BD-FE04E0018E66}" presName="iconRect" presStyleLbl="node1" presStyleIdx="3" presStyleCnt="4" custLinFactNeighborX="15966" custLinFactNeighborY="-8062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97DDC5C0-ED6B-4C88-8C93-7A5DA032D832}" type="pres">
      <dgm:prSet presAssocID="{C5CDCFD2-3C83-4331-92BD-FE04E0018E66}" presName="iconSpace" presStyleCnt="0"/>
      <dgm:spPr/>
    </dgm:pt>
    <dgm:pt modelId="{3AC89170-4936-48EE-9AC6-080E9EDE08D7}" type="pres">
      <dgm:prSet presAssocID="{C5CDCFD2-3C83-4331-92BD-FE04E0018E66}" presName="parTx" presStyleLbl="revTx" presStyleIdx="6" presStyleCnt="8" custLinFactNeighborX="-27242" custLinFactNeighborY="12588">
        <dgm:presLayoutVars>
          <dgm:chMax val="0"/>
          <dgm:chPref val="0"/>
        </dgm:presLayoutVars>
      </dgm:prSet>
      <dgm:spPr/>
    </dgm:pt>
    <dgm:pt modelId="{754FC8D5-44BC-4151-A75A-BF9FB5307A0A}" type="pres">
      <dgm:prSet presAssocID="{C5CDCFD2-3C83-4331-92BD-FE04E0018E66}" presName="txSpace" presStyleCnt="0"/>
      <dgm:spPr/>
    </dgm:pt>
    <dgm:pt modelId="{B924CFEA-F907-4CA0-B09E-8BADDCBE7981}" type="pres">
      <dgm:prSet presAssocID="{C5CDCFD2-3C83-4331-92BD-FE04E0018E66}" presName="desTx" presStyleLbl="revTx" presStyleIdx="7" presStyleCnt="8">
        <dgm:presLayoutVars/>
      </dgm:prSet>
      <dgm:spPr/>
    </dgm:pt>
  </dgm:ptLst>
  <dgm:cxnLst>
    <dgm:cxn modelId="{DC22C91B-8709-46B9-8772-379F1FB9F99B}" type="presOf" srcId="{BBF1A271-F5E4-4C4F-8119-EE5010B44486}" destId="{4ADEFD90-9DAF-4AA5-9891-B6009C21ABD7}" srcOrd="0" destOrd="0" presId="urn:microsoft.com/office/officeart/2018/2/layout/IconLabelDescriptionList"/>
    <dgm:cxn modelId="{786C1E35-B834-48A1-A53B-8A3C7EDFF8DE}" type="presOf" srcId="{C5CDCFD2-3C83-4331-92BD-FE04E0018E66}" destId="{3AC89170-4936-48EE-9AC6-080E9EDE08D7}" srcOrd="0" destOrd="0" presId="urn:microsoft.com/office/officeart/2018/2/layout/IconLabelDescriptionList"/>
    <dgm:cxn modelId="{2EC55F49-352D-4483-B5EF-A77FADE8BD6C}" srcId="{B75C0B4F-9C6B-4C10-83D2-96D42A259734}" destId="{D4B485BD-0001-47D1-9CB6-A132D49C83C3}" srcOrd="2" destOrd="0" parTransId="{7146D6B3-7984-405B-8905-A6CDCA2B961A}" sibTransId="{6909F661-CFE2-4CB6-903E-BDB421975F1D}"/>
    <dgm:cxn modelId="{A316C283-ECA4-4ED4-99E4-61CBFCEFADB6}" type="presOf" srcId="{B75C0B4F-9C6B-4C10-83D2-96D42A259734}" destId="{A6B33A11-6E4B-43EF-9D15-446C7D0C9C7A}" srcOrd="0" destOrd="0" presId="urn:microsoft.com/office/officeart/2018/2/layout/IconLabelDescriptionList"/>
    <dgm:cxn modelId="{D61564B0-E425-4AFB-B655-411401CFB2BD}" type="presOf" srcId="{2559AE12-975E-4BBD-9DBE-D21CE278C7C5}" destId="{760315AD-2403-4A82-89C4-E07857DBB1C0}" srcOrd="0" destOrd="0" presId="urn:microsoft.com/office/officeart/2018/2/layout/IconLabelDescriptionList"/>
    <dgm:cxn modelId="{E5DC90B5-717E-4E36-B288-C903A617FAF8}" srcId="{B75C0B4F-9C6B-4C10-83D2-96D42A259734}" destId="{C5CDCFD2-3C83-4331-92BD-FE04E0018E66}" srcOrd="3" destOrd="0" parTransId="{303DB0DB-C013-4A5A-B996-7621AA5C5255}" sibTransId="{81E956BF-21CA-46E8-AB08-DBADF824435D}"/>
    <dgm:cxn modelId="{F69AA2B8-993D-41E0-8AFE-8CE73E5DB67E}" srcId="{B75C0B4F-9C6B-4C10-83D2-96D42A259734}" destId="{2559AE12-975E-4BBD-9DBE-D21CE278C7C5}" srcOrd="1" destOrd="0" parTransId="{65B16DD3-CC63-49E0-A748-892CBB5D5A94}" sibTransId="{F036E4EC-BC91-42C8-92A7-54FD369E45BC}"/>
    <dgm:cxn modelId="{97D971E1-56EC-47AF-8201-A0206F2DE274}" srcId="{B75C0B4F-9C6B-4C10-83D2-96D42A259734}" destId="{BBF1A271-F5E4-4C4F-8119-EE5010B44486}" srcOrd="0" destOrd="0" parTransId="{EAEE3D77-89B6-407A-B8E7-0F3CD75D568D}" sibTransId="{073DE215-4D19-4F02-AD08-6BF91741F738}"/>
    <dgm:cxn modelId="{7A530DE8-7BE8-4038-A398-9D54F69D2D8B}" type="presOf" srcId="{D4B485BD-0001-47D1-9CB6-A132D49C83C3}" destId="{66985324-0F93-4113-A62E-9809BBF6D14E}" srcOrd="0" destOrd="0" presId="urn:microsoft.com/office/officeart/2018/2/layout/IconLabelDescriptionList"/>
    <dgm:cxn modelId="{3CBBB370-5989-453A-BC6C-49BCBCB03FCA}" type="presParOf" srcId="{A6B33A11-6E4B-43EF-9D15-446C7D0C9C7A}" destId="{D40F7870-86B4-495B-B042-272526F5C415}" srcOrd="0" destOrd="0" presId="urn:microsoft.com/office/officeart/2018/2/layout/IconLabelDescriptionList"/>
    <dgm:cxn modelId="{321F1733-EF67-424E-B675-95AAFF349DB4}" type="presParOf" srcId="{D40F7870-86B4-495B-B042-272526F5C415}" destId="{0A877767-4543-4BD1-B61C-56B149EB1F08}" srcOrd="0" destOrd="0" presId="urn:microsoft.com/office/officeart/2018/2/layout/IconLabelDescriptionList"/>
    <dgm:cxn modelId="{60464B78-D1CE-4626-8B0A-6CA712478A63}" type="presParOf" srcId="{D40F7870-86B4-495B-B042-272526F5C415}" destId="{D25F5363-0837-4474-8419-98D551A43D08}" srcOrd="1" destOrd="0" presId="urn:microsoft.com/office/officeart/2018/2/layout/IconLabelDescriptionList"/>
    <dgm:cxn modelId="{CF2BE1FC-50D7-4A19-83B2-CBD416073E42}" type="presParOf" srcId="{D40F7870-86B4-495B-B042-272526F5C415}" destId="{4ADEFD90-9DAF-4AA5-9891-B6009C21ABD7}" srcOrd="2" destOrd="0" presId="urn:microsoft.com/office/officeart/2018/2/layout/IconLabelDescriptionList"/>
    <dgm:cxn modelId="{B86B6E68-EFCF-4644-B88F-B6AAAC1F57E3}" type="presParOf" srcId="{D40F7870-86B4-495B-B042-272526F5C415}" destId="{7F77DDF7-D47A-46A5-9A5B-26B7C40D5554}" srcOrd="3" destOrd="0" presId="urn:microsoft.com/office/officeart/2018/2/layout/IconLabelDescriptionList"/>
    <dgm:cxn modelId="{6CFF3E99-796B-46E7-B80B-17B98B7812CD}" type="presParOf" srcId="{D40F7870-86B4-495B-B042-272526F5C415}" destId="{55AEC527-CECB-42A4-AE45-E9B0903D2663}" srcOrd="4" destOrd="0" presId="urn:microsoft.com/office/officeart/2018/2/layout/IconLabelDescriptionList"/>
    <dgm:cxn modelId="{303B1126-704B-4B54-BF29-46EB9EC7BE85}" type="presParOf" srcId="{A6B33A11-6E4B-43EF-9D15-446C7D0C9C7A}" destId="{506707CE-F1BB-40D6-9951-B9E932F1B84E}" srcOrd="1" destOrd="0" presId="urn:microsoft.com/office/officeart/2018/2/layout/IconLabelDescriptionList"/>
    <dgm:cxn modelId="{360F5D36-BF5A-472C-ADCE-DEFF442F1094}" type="presParOf" srcId="{A6B33A11-6E4B-43EF-9D15-446C7D0C9C7A}" destId="{D5F8F703-D1FE-43A6-B5C2-9221248B7E00}" srcOrd="2" destOrd="0" presId="urn:microsoft.com/office/officeart/2018/2/layout/IconLabelDescriptionList"/>
    <dgm:cxn modelId="{15402619-ACB1-4644-B145-0F340453AEC1}" type="presParOf" srcId="{D5F8F703-D1FE-43A6-B5C2-9221248B7E00}" destId="{95BADE61-95BD-4354-8B2C-6B83AFD4C9F7}" srcOrd="0" destOrd="0" presId="urn:microsoft.com/office/officeart/2018/2/layout/IconLabelDescriptionList"/>
    <dgm:cxn modelId="{AC17BA3B-4C29-46CC-91B2-B7213B46E409}" type="presParOf" srcId="{D5F8F703-D1FE-43A6-B5C2-9221248B7E00}" destId="{9D8EA0C5-C60A-4A8A-AD4E-1FE994DACC4B}" srcOrd="1" destOrd="0" presId="urn:microsoft.com/office/officeart/2018/2/layout/IconLabelDescriptionList"/>
    <dgm:cxn modelId="{B64C63D1-12F3-4A76-8E7F-05B617C819CC}" type="presParOf" srcId="{D5F8F703-D1FE-43A6-B5C2-9221248B7E00}" destId="{760315AD-2403-4A82-89C4-E07857DBB1C0}" srcOrd="2" destOrd="0" presId="urn:microsoft.com/office/officeart/2018/2/layout/IconLabelDescriptionList"/>
    <dgm:cxn modelId="{BCC18F60-2DCF-41B1-B120-77E15B0A8367}" type="presParOf" srcId="{D5F8F703-D1FE-43A6-B5C2-9221248B7E00}" destId="{7483ED6C-7EDC-41A8-AC5F-4DE47058180D}" srcOrd="3" destOrd="0" presId="urn:microsoft.com/office/officeart/2018/2/layout/IconLabelDescriptionList"/>
    <dgm:cxn modelId="{8961F84C-30D4-45FD-91F8-9FE7603BD86B}" type="presParOf" srcId="{D5F8F703-D1FE-43A6-B5C2-9221248B7E00}" destId="{2B07320E-EE49-4B1E-82C7-2947A5A4FE57}" srcOrd="4" destOrd="0" presId="urn:microsoft.com/office/officeart/2018/2/layout/IconLabelDescriptionList"/>
    <dgm:cxn modelId="{D2CF6B19-049F-4366-99C9-DBE36D330A7C}" type="presParOf" srcId="{A6B33A11-6E4B-43EF-9D15-446C7D0C9C7A}" destId="{0F72352D-0C26-4D79-B725-5ABE274C2747}" srcOrd="3" destOrd="0" presId="urn:microsoft.com/office/officeart/2018/2/layout/IconLabelDescriptionList"/>
    <dgm:cxn modelId="{47D60871-E296-4A6A-BB12-B7D24ECA8D40}" type="presParOf" srcId="{A6B33A11-6E4B-43EF-9D15-446C7D0C9C7A}" destId="{67BB4ACA-049F-4BB6-9B18-6CEBDB393458}" srcOrd="4" destOrd="0" presId="urn:microsoft.com/office/officeart/2018/2/layout/IconLabelDescriptionList"/>
    <dgm:cxn modelId="{B095799F-13BE-4BD7-9D81-51D0E0106F9B}" type="presParOf" srcId="{67BB4ACA-049F-4BB6-9B18-6CEBDB393458}" destId="{77FC3292-F4F1-4054-9938-1D6CB48218EB}" srcOrd="0" destOrd="0" presId="urn:microsoft.com/office/officeart/2018/2/layout/IconLabelDescriptionList"/>
    <dgm:cxn modelId="{E5520785-D75A-46DD-A0B4-33CC6D3DAB57}" type="presParOf" srcId="{67BB4ACA-049F-4BB6-9B18-6CEBDB393458}" destId="{7174DFCC-01BA-403A-9254-7D2C60E53078}" srcOrd="1" destOrd="0" presId="urn:microsoft.com/office/officeart/2018/2/layout/IconLabelDescriptionList"/>
    <dgm:cxn modelId="{BA9436C6-5B31-4DDF-9BEF-26E328F089A4}" type="presParOf" srcId="{67BB4ACA-049F-4BB6-9B18-6CEBDB393458}" destId="{66985324-0F93-4113-A62E-9809BBF6D14E}" srcOrd="2" destOrd="0" presId="urn:microsoft.com/office/officeart/2018/2/layout/IconLabelDescriptionList"/>
    <dgm:cxn modelId="{54D0AE5E-70E3-4A0D-B984-F18F6DBEEE4D}" type="presParOf" srcId="{67BB4ACA-049F-4BB6-9B18-6CEBDB393458}" destId="{07BF2E33-BE76-485F-A3FB-089E9C638300}" srcOrd="3" destOrd="0" presId="urn:microsoft.com/office/officeart/2018/2/layout/IconLabelDescriptionList"/>
    <dgm:cxn modelId="{1663E957-FF8A-4ECB-AF55-11C54A5D0949}" type="presParOf" srcId="{67BB4ACA-049F-4BB6-9B18-6CEBDB393458}" destId="{7510C9C1-C7C0-4791-BEFE-B17063AE6465}" srcOrd="4" destOrd="0" presId="urn:microsoft.com/office/officeart/2018/2/layout/IconLabelDescriptionList"/>
    <dgm:cxn modelId="{4FF76658-FB98-4829-B82A-1823B3CEC66E}" type="presParOf" srcId="{A6B33A11-6E4B-43EF-9D15-446C7D0C9C7A}" destId="{F254A843-0A16-44A1-A181-7E39DB6FE49F}" srcOrd="5" destOrd="0" presId="urn:microsoft.com/office/officeart/2018/2/layout/IconLabelDescriptionList"/>
    <dgm:cxn modelId="{44DDC99D-2B82-439A-885B-63DB50221984}" type="presParOf" srcId="{A6B33A11-6E4B-43EF-9D15-446C7D0C9C7A}" destId="{EE2CB455-FC93-47A9-AA1D-4AF91A03614E}" srcOrd="6" destOrd="0" presId="urn:microsoft.com/office/officeart/2018/2/layout/IconLabelDescriptionList"/>
    <dgm:cxn modelId="{1C5F0A83-F9E1-492D-8B5E-D456F492ECE9}" type="presParOf" srcId="{EE2CB455-FC93-47A9-AA1D-4AF91A03614E}" destId="{1B441757-86E2-41BD-9479-2E8892885C1C}" srcOrd="0" destOrd="0" presId="urn:microsoft.com/office/officeart/2018/2/layout/IconLabelDescriptionList"/>
    <dgm:cxn modelId="{59ED0331-1E49-4744-A3D7-D26AA8C646F4}" type="presParOf" srcId="{EE2CB455-FC93-47A9-AA1D-4AF91A03614E}" destId="{97DDC5C0-ED6B-4C88-8C93-7A5DA032D832}" srcOrd="1" destOrd="0" presId="urn:microsoft.com/office/officeart/2018/2/layout/IconLabelDescriptionList"/>
    <dgm:cxn modelId="{09F37F35-C460-4277-B61E-CE79C0A44E24}" type="presParOf" srcId="{EE2CB455-FC93-47A9-AA1D-4AF91A03614E}" destId="{3AC89170-4936-48EE-9AC6-080E9EDE08D7}" srcOrd="2" destOrd="0" presId="urn:microsoft.com/office/officeart/2018/2/layout/IconLabelDescriptionList"/>
    <dgm:cxn modelId="{AB739144-C2D1-4BF8-A69B-539A7D6FD49A}" type="presParOf" srcId="{EE2CB455-FC93-47A9-AA1D-4AF91A03614E}" destId="{754FC8D5-44BC-4151-A75A-BF9FB5307A0A}" srcOrd="3" destOrd="0" presId="urn:microsoft.com/office/officeart/2018/2/layout/IconLabelDescriptionList"/>
    <dgm:cxn modelId="{7C2B8425-A696-4CBB-B98B-1930BC2AF8D0}" type="presParOf" srcId="{EE2CB455-FC93-47A9-AA1D-4AF91A03614E}" destId="{B924CFEA-F907-4CA0-B09E-8BADDCBE798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5B991E-EFA1-4789-9188-5AC56D97ACC5}">
      <dsp:nvSpPr>
        <dsp:cNvPr id="0" name=""/>
        <dsp:cNvSpPr/>
      </dsp:nvSpPr>
      <dsp:spPr>
        <a:xfrm>
          <a:off x="309760" y="53307"/>
          <a:ext cx="1386199" cy="138619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58DCA2-95B1-49CA-9873-8E990E038045}">
      <dsp:nvSpPr>
        <dsp:cNvPr id="0" name=""/>
        <dsp:cNvSpPr/>
      </dsp:nvSpPr>
      <dsp:spPr>
        <a:xfrm>
          <a:off x="600862" y="344409"/>
          <a:ext cx="803995" cy="8039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3C4F4C-8783-4B02-AF34-0875B522EED2}">
      <dsp:nvSpPr>
        <dsp:cNvPr id="0" name=""/>
        <dsp:cNvSpPr/>
      </dsp:nvSpPr>
      <dsp:spPr>
        <a:xfrm>
          <a:off x="1993002" y="53307"/>
          <a:ext cx="3267469" cy="1386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/>
            <a:t>MCM </a:t>
          </a:r>
          <a:r>
            <a:rPr lang="fr-FR" sz="2400" b="1" kern="1200" dirty="0" err="1"/>
            <a:t>investment</a:t>
          </a:r>
          <a:r>
            <a:rPr lang="fr-FR" sz="2400" b="1" kern="1200" dirty="0"/>
            <a:t> </a:t>
          </a:r>
          <a:r>
            <a:rPr lang="fr-FR" sz="2400" kern="1200" dirty="0"/>
            <a:t>– a </a:t>
          </a:r>
          <a:r>
            <a:rPr lang="fr-FR" sz="2400" kern="1200" dirty="0" err="1"/>
            <a:t>young</a:t>
          </a:r>
          <a:r>
            <a:rPr lang="fr-FR" sz="2400" kern="1200" dirty="0"/>
            <a:t> crypto trading </a:t>
          </a:r>
          <a:r>
            <a:rPr lang="fr-FR" sz="2400" kern="1200" dirty="0" err="1"/>
            <a:t>company</a:t>
          </a:r>
          <a:endParaRPr lang="en-US" sz="2400" kern="1200" dirty="0"/>
        </a:p>
      </dsp:txBody>
      <dsp:txXfrm>
        <a:off x="1993002" y="53307"/>
        <a:ext cx="3267469" cy="1386199"/>
      </dsp:txXfrm>
    </dsp:sp>
    <dsp:sp modelId="{88BD2036-9BA6-42A6-A873-4DDC7919C2BA}">
      <dsp:nvSpPr>
        <dsp:cNvPr id="0" name=""/>
        <dsp:cNvSpPr/>
      </dsp:nvSpPr>
      <dsp:spPr>
        <a:xfrm>
          <a:off x="5829803" y="53307"/>
          <a:ext cx="1386199" cy="138619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2DEE98-370E-45F8-9EE9-48EF49D18E8B}">
      <dsp:nvSpPr>
        <dsp:cNvPr id="0" name=""/>
        <dsp:cNvSpPr/>
      </dsp:nvSpPr>
      <dsp:spPr>
        <a:xfrm>
          <a:off x="6120905" y="344409"/>
          <a:ext cx="803995" cy="8039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2FA065-BE43-48B6-88FE-6A7BB9F8713F}">
      <dsp:nvSpPr>
        <dsp:cNvPr id="0" name=""/>
        <dsp:cNvSpPr/>
      </dsp:nvSpPr>
      <dsp:spPr>
        <a:xfrm>
          <a:off x="7513045" y="53307"/>
          <a:ext cx="3267469" cy="1386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Founded in 2022 by 4 ambitious students</a:t>
          </a:r>
          <a:endParaRPr lang="en-US" sz="2400" kern="1200"/>
        </a:p>
      </dsp:txBody>
      <dsp:txXfrm>
        <a:off x="7513045" y="53307"/>
        <a:ext cx="3267469" cy="1386199"/>
      </dsp:txXfrm>
    </dsp:sp>
    <dsp:sp modelId="{759D19B0-E999-41F9-A94B-98AC50F7F9E6}">
      <dsp:nvSpPr>
        <dsp:cNvPr id="0" name=""/>
        <dsp:cNvSpPr/>
      </dsp:nvSpPr>
      <dsp:spPr>
        <a:xfrm>
          <a:off x="309760" y="2029183"/>
          <a:ext cx="1386199" cy="138619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46A2EF-381D-4ACB-A625-4DD60D470DA6}">
      <dsp:nvSpPr>
        <dsp:cNvPr id="0" name=""/>
        <dsp:cNvSpPr/>
      </dsp:nvSpPr>
      <dsp:spPr>
        <a:xfrm>
          <a:off x="600862" y="2320285"/>
          <a:ext cx="803995" cy="8039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68BAF2-D19D-4F03-8733-37A783C2BABF}">
      <dsp:nvSpPr>
        <dsp:cNvPr id="0" name=""/>
        <dsp:cNvSpPr/>
      </dsp:nvSpPr>
      <dsp:spPr>
        <a:xfrm>
          <a:off x="1993002" y="2029183"/>
          <a:ext cx="3267469" cy="1386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 err="1"/>
            <a:t>Using</a:t>
          </a:r>
          <a:r>
            <a:rPr lang="fr-FR" sz="2400" kern="1200" dirty="0"/>
            <a:t> trading </a:t>
          </a:r>
          <a:r>
            <a:rPr lang="fr-FR" sz="2400" kern="1200" dirty="0" err="1"/>
            <a:t>strategy</a:t>
          </a:r>
          <a:r>
            <a:rPr lang="fr-FR" sz="2400" kern="1200" dirty="0"/>
            <a:t> </a:t>
          </a:r>
          <a:r>
            <a:rPr lang="fr-FR" sz="2400" kern="1200" dirty="0" err="1"/>
            <a:t>based</a:t>
          </a:r>
          <a:r>
            <a:rPr lang="fr-FR" sz="2400" kern="1200" dirty="0"/>
            <a:t> on </a:t>
          </a:r>
          <a:r>
            <a:rPr lang="fr-FR" sz="2400" kern="1200" dirty="0" err="1"/>
            <a:t>optimized</a:t>
          </a:r>
          <a:r>
            <a:rPr lang="fr-FR" sz="2400" kern="1200" dirty="0"/>
            <a:t> </a:t>
          </a:r>
          <a:r>
            <a:rPr lang="fr-FR" sz="2400" kern="1200" dirty="0" err="1"/>
            <a:t>technical</a:t>
          </a:r>
          <a:r>
            <a:rPr lang="fr-FR" sz="2400" kern="1200" dirty="0"/>
            <a:t> </a:t>
          </a:r>
          <a:r>
            <a:rPr lang="fr-FR" sz="2400" kern="1200" dirty="0" err="1"/>
            <a:t>signals</a:t>
          </a:r>
          <a:endParaRPr lang="en-US" sz="2400" kern="1200" dirty="0"/>
        </a:p>
      </dsp:txBody>
      <dsp:txXfrm>
        <a:off x="1993002" y="2029183"/>
        <a:ext cx="3267469" cy="1386199"/>
      </dsp:txXfrm>
    </dsp:sp>
    <dsp:sp modelId="{68E840B8-9DEC-4DA2-94C1-BDF9AA759E00}">
      <dsp:nvSpPr>
        <dsp:cNvPr id="0" name=""/>
        <dsp:cNvSpPr/>
      </dsp:nvSpPr>
      <dsp:spPr>
        <a:xfrm>
          <a:off x="5829803" y="2029183"/>
          <a:ext cx="1386199" cy="138619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D3195A-7C72-4EAC-8842-8777844D6937}">
      <dsp:nvSpPr>
        <dsp:cNvPr id="0" name=""/>
        <dsp:cNvSpPr/>
      </dsp:nvSpPr>
      <dsp:spPr>
        <a:xfrm>
          <a:off x="6120905" y="2320285"/>
          <a:ext cx="803995" cy="80399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8F8BA-8EA2-4236-BFBD-E8ED1911A704}">
      <dsp:nvSpPr>
        <dsp:cNvPr id="0" name=""/>
        <dsp:cNvSpPr/>
      </dsp:nvSpPr>
      <dsp:spPr>
        <a:xfrm>
          <a:off x="7513045" y="2029183"/>
          <a:ext cx="3267469" cy="1386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Making crypto trading easier and accessible to everyone</a:t>
          </a:r>
          <a:endParaRPr lang="en-US" sz="2400" kern="1200"/>
        </a:p>
      </dsp:txBody>
      <dsp:txXfrm>
        <a:off x="7513045" y="2029183"/>
        <a:ext cx="3267469" cy="13861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877767-4543-4BD1-B61C-56B149EB1F08}">
      <dsp:nvSpPr>
        <dsp:cNvPr id="0" name=""/>
        <dsp:cNvSpPr/>
      </dsp:nvSpPr>
      <dsp:spPr>
        <a:xfrm>
          <a:off x="381819" y="725136"/>
          <a:ext cx="855569" cy="8555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DEFD90-9DAF-4AA5-9891-B6009C21ABD7}">
      <dsp:nvSpPr>
        <dsp:cNvPr id="0" name=""/>
        <dsp:cNvSpPr/>
      </dsp:nvSpPr>
      <dsp:spPr>
        <a:xfrm>
          <a:off x="111090" y="1960734"/>
          <a:ext cx="1458827" cy="812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400" kern="1200" dirty="0" err="1"/>
            <a:t>Strategy</a:t>
          </a:r>
          <a:r>
            <a:rPr lang="fr-FR" sz="1400" kern="1200" dirty="0"/>
            <a:t> </a:t>
          </a:r>
          <a:r>
            <a:rPr lang="fr-FR" sz="1400" kern="1200" dirty="0" err="1"/>
            <a:t>based</a:t>
          </a:r>
          <a:r>
            <a:rPr lang="fr-FR" sz="1400" kern="1200" dirty="0"/>
            <a:t> on </a:t>
          </a:r>
          <a:r>
            <a:rPr lang="fr-FR" sz="1400" kern="1200" dirty="0" err="1"/>
            <a:t>elaborated</a:t>
          </a:r>
          <a:r>
            <a:rPr lang="fr-FR" sz="1400" kern="1200" dirty="0"/>
            <a:t> </a:t>
          </a:r>
          <a:r>
            <a:rPr lang="fr-FR" sz="1400" kern="1200" dirty="0" err="1"/>
            <a:t>algorithmic</a:t>
          </a:r>
          <a:r>
            <a:rPr lang="fr-FR" sz="1400" kern="1200" dirty="0"/>
            <a:t> trading signal</a:t>
          </a:r>
          <a:endParaRPr lang="en-US" sz="1400" kern="1200" dirty="0"/>
        </a:p>
      </dsp:txBody>
      <dsp:txXfrm>
        <a:off x="111090" y="1960734"/>
        <a:ext cx="1458827" cy="812044"/>
      </dsp:txXfrm>
    </dsp:sp>
    <dsp:sp modelId="{55AEC527-CECB-42A4-AE45-E9B0903D2663}">
      <dsp:nvSpPr>
        <dsp:cNvPr id="0" name=""/>
        <dsp:cNvSpPr/>
      </dsp:nvSpPr>
      <dsp:spPr>
        <a:xfrm>
          <a:off x="14488" y="2766923"/>
          <a:ext cx="2444485" cy="410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BADE61-95BD-4354-8B2C-6B83AFD4C9F7}">
      <dsp:nvSpPr>
        <dsp:cNvPr id="0" name=""/>
        <dsp:cNvSpPr/>
      </dsp:nvSpPr>
      <dsp:spPr>
        <a:xfrm>
          <a:off x="2886759" y="693589"/>
          <a:ext cx="855569" cy="8555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0315AD-2403-4A82-89C4-E07857DBB1C0}">
      <dsp:nvSpPr>
        <dsp:cNvPr id="0" name=""/>
        <dsp:cNvSpPr/>
      </dsp:nvSpPr>
      <dsp:spPr>
        <a:xfrm>
          <a:off x="2489346" y="1873776"/>
          <a:ext cx="1760180" cy="1901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400" kern="1200" dirty="0" err="1"/>
            <a:t>We</a:t>
          </a:r>
          <a:r>
            <a:rPr lang="fr-FR" sz="1400" kern="1200" dirty="0"/>
            <a:t> </a:t>
          </a:r>
          <a:r>
            <a:rPr lang="fr-FR" sz="1400" kern="1200" dirty="0" err="1"/>
            <a:t>optimized</a:t>
          </a:r>
          <a:r>
            <a:rPr lang="fr-FR" sz="1400" kern="1200" dirty="0"/>
            <a:t> the </a:t>
          </a:r>
          <a:r>
            <a:rPr lang="fr-FR" sz="1400" kern="1200" dirty="0" err="1"/>
            <a:t>approach</a:t>
          </a:r>
          <a:r>
            <a:rPr lang="fr-FR" sz="1400" kern="1200" dirty="0"/>
            <a:t> of </a:t>
          </a:r>
          <a:r>
            <a:rPr lang="fr-FR" sz="1400" kern="1200" dirty="0" err="1"/>
            <a:t>this</a:t>
          </a:r>
          <a:r>
            <a:rPr lang="fr-FR" sz="1400" kern="1200" dirty="0"/>
            <a:t> </a:t>
          </a:r>
          <a:r>
            <a:rPr lang="fr-FR" sz="1400" kern="1200" dirty="0" err="1"/>
            <a:t>technical</a:t>
          </a:r>
          <a:r>
            <a:rPr lang="fr-FR" sz="1400" kern="1200" dirty="0"/>
            <a:t> </a:t>
          </a:r>
          <a:r>
            <a:rPr lang="fr-FR" sz="1400" kern="1200" dirty="0" err="1"/>
            <a:t>strategy</a:t>
          </a:r>
          <a:r>
            <a:rPr lang="fr-FR" sz="1400" kern="1200" dirty="0"/>
            <a:t> </a:t>
          </a:r>
          <a:r>
            <a:rPr lang="fr-FR" sz="1400" kern="1200" dirty="0" err="1"/>
            <a:t>using</a:t>
          </a:r>
          <a:r>
            <a:rPr lang="fr-FR" sz="1400" kern="1200" dirty="0"/>
            <a:t> </a:t>
          </a:r>
          <a:r>
            <a:rPr lang="fr-FR" sz="1400" kern="1200" dirty="0" err="1"/>
            <a:t>previous</a:t>
          </a:r>
          <a:r>
            <a:rPr lang="fr-FR" sz="1400" kern="1200" dirty="0"/>
            <a:t> </a:t>
          </a:r>
          <a:r>
            <a:rPr lang="fr-FR" sz="1400" kern="1200" dirty="0" err="1"/>
            <a:t>days</a:t>
          </a:r>
          <a:r>
            <a:rPr lang="fr-FR" sz="1400" kern="1200" dirty="0"/>
            <a:t> values</a:t>
          </a:r>
          <a:endParaRPr lang="en-US" sz="1400" kern="1200" dirty="0"/>
        </a:p>
      </dsp:txBody>
      <dsp:txXfrm>
        <a:off x="2489346" y="1873776"/>
        <a:ext cx="1760180" cy="1901411"/>
      </dsp:txXfrm>
    </dsp:sp>
    <dsp:sp modelId="{2B07320E-EE49-4B1E-82C7-2947A5A4FE57}">
      <dsp:nvSpPr>
        <dsp:cNvPr id="0" name=""/>
        <dsp:cNvSpPr/>
      </dsp:nvSpPr>
      <dsp:spPr>
        <a:xfrm>
          <a:off x="2886759" y="2891325"/>
          <a:ext cx="2444485" cy="236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FC3292-F4F1-4054-9938-1D6CB48218EB}">
      <dsp:nvSpPr>
        <dsp:cNvPr id="0" name=""/>
        <dsp:cNvSpPr/>
      </dsp:nvSpPr>
      <dsp:spPr>
        <a:xfrm>
          <a:off x="5759029" y="725136"/>
          <a:ext cx="855569" cy="8555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985324-0F93-4113-A62E-9809BBF6D14E}">
      <dsp:nvSpPr>
        <dsp:cNvPr id="0" name=""/>
        <dsp:cNvSpPr/>
      </dsp:nvSpPr>
      <dsp:spPr>
        <a:xfrm>
          <a:off x="5076015" y="1914126"/>
          <a:ext cx="2444485" cy="113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400" kern="1200" dirty="0"/>
            <a:t>As a client, </a:t>
          </a:r>
          <a:r>
            <a:rPr lang="fr-FR" sz="1400" kern="1200" dirty="0" err="1"/>
            <a:t>you’ll</a:t>
          </a:r>
          <a:r>
            <a:rPr lang="fr-FR" sz="1400" kern="1200" dirty="0"/>
            <a:t> </a:t>
          </a:r>
          <a:r>
            <a:rPr lang="fr-FR" sz="1400" kern="1200" dirty="0" err="1"/>
            <a:t>receive</a:t>
          </a:r>
          <a:r>
            <a:rPr lang="fr-FR" sz="1400" kern="1200" dirty="0"/>
            <a:t> </a:t>
          </a:r>
          <a:r>
            <a:rPr lang="fr-FR" sz="1400" kern="1200" dirty="0" err="1"/>
            <a:t>everyday</a:t>
          </a:r>
          <a:r>
            <a:rPr lang="fr-FR" sz="1400" kern="1200" dirty="0"/>
            <a:t> a notification </a:t>
          </a:r>
          <a:r>
            <a:rPr lang="fr-FR" sz="1400" kern="1200" dirty="0" err="1"/>
            <a:t>that</a:t>
          </a:r>
          <a:r>
            <a:rPr lang="fr-FR" sz="1400" kern="1200" dirty="0"/>
            <a:t> </a:t>
          </a:r>
          <a:r>
            <a:rPr lang="fr-FR" sz="1400" kern="1200" dirty="0" err="1"/>
            <a:t>will</a:t>
          </a:r>
          <a:r>
            <a:rPr lang="fr-FR" sz="1400" kern="1200" dirty="0"/>
            <a:t> </a:t>
          </a:r>
          <a:r>
            <a:rPr lang="fr-FR" sz="1400" kern="1200" dirty="0" err="1"/>
            <a:t>advise</a:t>
          </a:r>
          <a:r>
            <a:rPr lang="fr-FR" sz="1400" kern="1200" dirty="0"/>
            <a:t> </a:t>
          </a:r>
          <a:r>
            <a:rPr lang="fr-FR" sz="1400" kern="1200" dirty="0" err="1"/>
            <a:t>you</a:t>
          </a:r>
          <a:r>
            <a:rPr lang="fr-FR" sz="1400" kern="1200" dirty="0"/>
            <a:t> on </a:t>
          </a:r>
          <a:r>
            <a:rPr lang="fr-FR" sz="1400" kern="1200" dirty="0" err="1"/>
            <a:t>what</a:t>
          </a:r>
          <a:r>
            <a:rPr lang="fr-FR" sz="1400" kern="1200" dirty="0"/>
            <a:t> to do ?</a:t>
          </a:r>
          <a:endParaRPr lang="en-US" sz="1400" kern="1200" dirty="0"/>
        </a:p>
      </dsp:txBody>
      <dsp:txXfrm>
        <a:off x="5076015" y="1914126"/>
        <a:ext cx="2444485" cy="1134000"/>
      </dsp:txXfrm>
    </dsp:sp>
    <dsp:sp modelId="{7510C9C1-C7C0-4791-BEFE-B17063AE6465}">
      <dsp:nvSpPr>
        <dsp:cNvPr id="0" name=""/>
        <dsp:cNvSpPr/>
      </dsp:nvSpPr>
      <dsp:spPr>
        <a:xfrm>
          <a:off x="5759029" y="2941309"/>
          <a:ext cx="2444485" cy="236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441757-86E2-41BD-9479-2E8892885C1C}">
      <dsp:nvSpPr>
        <dsp:cNvPr id="0" name=""/>
        <dsp:cNvSpPr/>
      </dsp:nvSpPr>
      <dsp:spPr>
        <a:xfrm>
          <a:off x="8767900" y="733110"/>
          <a:ext cx="855569" cy="8555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C89170-4936-48EE-9AC6-080E9EDE08D7}">
      <dsp:nvSpPr>
        <dsp:cNvPr id="0" name=""/>
        <dsp:cNvSpPr/>
      </dsp:nvSpPr>
      <dsp:spPr>
        <a:xfrm>
          <a:off x="7965373" y="1902548"/>
          <a:ext cx="2444485" cy="113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400" kern="1200" dirty="0"/>
            <a:t>3 simple </a:t>
          </a:r>
          <a:r>
            <a:rPr lang="fr-FR" sz="1400" kern="1200" dirty="0" err="1"/>
            <a:t>possibilities</a:t>
          </a:r>
          <a:r>
            <a:rPr lang="fr-FR" sz="1400" kern="1200" dirty="0"/>
            <a:t> :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400" kern="1200" dirty="0"/>
            <a:t>- </a:t>
          </a:r>
          <a:r>
            <a:rPr lang="fr-FR" sz="1400" kern="1200" dirty="0" err="1"/>
            <a:t>Buy</a:t>
          </a:r>
          <a:endParaRPr lang="fr-FR" sz="14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400" kern="1200" dirty="0"/>
            <a:t>- Hold 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400" kern="1200" dirty="0"/>
            <a:t>- </a:t>
          </a:r>
          <a:r>
            <a:rPr lang="fr-FR" sz="1400" kern="1200" dirty="0" err="1"/>
            <a:t>Sell</a:t>
          </a:r>
          <a:endParaRPr lang="en-US" sz="1400" kern="1200" dirty="0"/>
        </a:p>
      </dsp:txBody>
      <dsp:txXfrm>
        <a:off x="7965373" y="1902548"/>
        <a:ext cx="2444485" cy="1134000"/>
      </dsp:txXfrm>
    </dsp:sp>
    <dsp:sp modelId="{B924CFEA-F907-4CA0-B09E-8BADDCBE7981}">
      <dsp:nvSpPr>
        <dsp:cNvPr id="0" name=""/>
        <dsp:cNvSpPr/>
      </dsp:nvSpPr>
      <dsp:spPr>
        <a:xfrm>
          <a:off x="8631299" y="2941309"/>
          <a:ext cx="2444485" cy="236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Saturday, May 21, 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‹N°›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46786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Saturday, May 21,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9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Saturday, May 21,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‹N°›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878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Saturday, May 21, 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72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Saturday, May 21, 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88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Saturday, May 21, 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‹N°›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9558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Saturday, May 21, 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084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Saturday, May 21, 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262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Saturday, May 21, 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923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Saturday, May 21,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099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Saturday, May 21,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685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Saturday, May 21, 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808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0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12" Type="http://schemas.openxmlformats.org/officeDocument/2006/relationships/image" Target="../media/image2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8.jpe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microsoft.com/office/2007/relationships/hdphoto" Target="../media/hdphoto1.wdp"/><Relationship Id="rId9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979483-B139-2D33-DA7F-42CF8DD39C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549275"/>
            <a:ext cx="6373812" cy="984885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4100" dirty="0"/>
              <a:t>MCM Investments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D73BD5B-01D5-2427-072A-C8B53848B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0575" y="549275"/>
            <a:ext cx="4498976" cy="984885"/>
          </a:xfrm>
        </p:spPr>
        <p:txBody>
          <a:bodyPr anchor="ctr">
            <a:normAutofit/>
          </a:bodyPr>
          <a:lstStyle/>
          <a:p>
            <a:r>
              <a:rPr lang="fr-FR" dirty="0">
                <a:solidFill>
                  <a:schemeClr val="tx1">
                    <a:alpha val="60000"/>
                  </a:schemeClr>
                </a:solidFill>
              </a:rPr>
              <a:t>Trading </a:t>
            </a:r>
            <a:r>
              <a:rPr lang="fr-FR" dirty="0" err="1">
                <a:solidFill>
                  <a:schemeClr val="tx1">
                    <a:alpha val="60000"/>
                  </a:schemeClr>
                </a:solidFill>
              </a:rPr>
              <a:t>strategies</a:t>
            </a:r>
            <a:r>
              <a:rPr lang="fr-FR" dirty="0">
                <a:solidFill>
                  <a:schemeClr val="tx1">
                    <a:alpha val="60000"/>
                  </a:schemeClr>
                </a:solidFill>
              </a:rPr>
              <a:t> on Crypto</a:t>
            </a:r>
          </a:p>
        </p:txBody>
      </p:sp>
      <p:pic>
        <p:nvPicPr>
          <p:cNvPr id="4" name="Picture 3" descr="Digital stock icons in closeup">
            <a:extLst>
              <a:ext uri="{FF2B5EF4-FFF2-40B4-BE49-F238E27FC236}">
                <a16:creationId xmlns:a16="http://schemas.microsoft.com/office/drawing/2014/main" id="{BC8F1940-D518-7A4E-7061-1D007AE859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196" b="12183"/>
          <a:stretch/>
        </p:blipFill>
        <p:spPr>
          <a:xfrm>
            <a:off x="20" y="2083435"/>
            <a:ext cx="12191980" cy="4774564"/>
          </a:xfrm>
          <a:custGeom>
            <a:avLst/>
            <a:gdLst/>
            <a:ahLst/>
            <a:cxnLst/>
            <a:rect l="l" t="t" r="r" b="b"/>
            <a:pathLst>
              <a:path w="12192000" h="4774564">
                <a:moveTo>
                  <a:pt x="0" y="0"/>
                </a:moveTo>
                <a:lnTo>
                  <a:pt x="12192000" y="0"/>
                </a:lnTo>
                <a:lnTo>
                  <a:pt x="12192000" y="4774564"/>
                </a:lnTo>
                <a:lnTo>
                  <a:pt x="0" y="47745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4477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person clasping its hands">
            <a:extLst>
              <a:ext uri="{FF2B5EF4-FFF2-40B4-BE49-F238E27FC236}">
                <a16:creationId xmlns:a16="http://schemas.microsoft.com/office/drawing/2014/main" id="{7BDCA2AE-D015-315E-1DEA-218173510A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414"/>
          <a:stretch/>
        </p:blipFill>
        <p:spPr>
          <a:xfrm>
            <a:off x="20" y="7449"/>
            <a:ext cx="1219198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Titre 4">
            <a:extLst>
              <a:ext uri="{FF2B5EF4-FFF2-40B4-BE49-F238E27FC236}">
                <a16:creationId xmlns:a16="http://schemas.microsoft.com/office/drawing/2014/main" id="{60A91E3D-25A2-EACC-025F-C3E121454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288717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Who are we ?</a:t>
            </a:r>
          </a:p>
        </p:txBody>
      </p:sp>
    </p:spTree>
    <p:extLst>
      <p:ext uri="{BB962C8B-B14F-4D97-AF65-F5344CB8AC3E}">
        <p14:creationId xmlns:p14="http://schemas.microsoft.com/office/powerpoint/2010/main" val="2713808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B34F83C-672E-D6B5-DCB8-2C51CDCFA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7308850" cy="986400"/>
          </a:xfrm>
        </p:spPr>
        <p:txBody>
          <a:bodyPr wrap="square" anchor="ctr">
            <a:normAutofit/>
          </a:bodyPr>
          <a:lstStyle/>
          <a:p>
            <a:r>
              <a:rPr lang="fr-FR" dirty="0" err="1"/>
              <a:t>Who</a:t>
            </a:r>
            <a:r>
              <a:rPr lang="fr-FR" dirty="0"/>
              <a:t> are </a:t>
            </a:r>
            <a:r>
              <a:rPr lang="fr-FR" dirty="0" err="1"/>
              <a:t>we</a:t>
            </a:r>
            <a:r>
              <a:rPr lang="fr-FR" dirty="0"/>
              <a:t> 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392DC7-0988-443B-A0D0-E726C7DB6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83435"/>
            <a:ext cx="12192000" cy="4774564"/>
          </a:xfrm>
          <a:prstGeom prst="rect">
            <a:avLst/>
          </a:prstGeom>
          <a:solidFill>
            <a:schemeClr val="bg2">
              <a:lumMod val="10000"/>
              <a:lumOff val="9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B193CEE5-A903-67B8-005F-CD9B0315C5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544331"/>
              </p:ext>
            </p:extLst>
          </p:nvPr>
        </p:nvGraphicFramePr>
        <p:xfrm>
          <a:off x="550863" y="2624135"/>
          <a:ext cx="11090276" cy="3468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853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Service client, vers une vraie considération par les entreprises ? | Target  First">
            <a:extLst>
              <a:ext uri="{FF2B5EF4-FFF2-40B4-BE49-F238E27FC236}">
                <a16:creationId xmlns:a16="http://schemas.microsoft.com/office/drawing/2014/main" id="{16CC9218-6006-299E-88A0-C4FBAB92A0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"/>
          <a:stretch/>
        </p:blipFill>
        <p:spPr bwMode="auto">
          <a:xfrm>
            <a:off x="20" y="1"/>
            <a:ext cx="1219198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AD4EA4DF-0E7C-4098-86F6-7D0ACAEFC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7859713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A8C655C-60DA-87D6-E5BE-EE58FD4B4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288717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Our services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FE05BC49-0F00-4C85-9AF5-A0CC5B39C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50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3A4EE6D9-A5DF-043B-41B5-213AED612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Our services</a:t>
            </a:r>
          </a:p>
        </p:txBody>
      </p:sp>
      <p:graphicFrame>
        <p:nvGraphicFramePr>
          <p:cNvPr id="11" name="Espace réservé du contenu 3">
            <a:extLst>
              <a:ext uri="{FF2B5EF4-FFF2-40B4-BE49-F238E27FC236}">
                <a16:creationId xmlns:a16="http://schemas.microsoft.com/office/drawing/2014/main" id="{56129937-8304-B118-45A5-1156417A20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7272168"/>
              </p:ext>
            </p:extLst>
          </p:nvPr>
        </p:nvGraphicFramePr>
        <p:xfrm>
          <a:off x="1101726" y="1881275"/>
          <a:ext cx="11090274" cy="3979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67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A53509-5E4A-3ADA-4783-D905063C82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"/>
            <a:ext cx="1219198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D4EA4DF-0E7C-4098-86F6-7D0ACAEFC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7859713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9E61D09-74E7-3FB8-5AF6-08ECCFB0F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288717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Deep dive into the crypto selection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E05BC49-0F00-4C85-9AF5-A0CC5B39C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243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D2D7B0-BA9A-43D4-0CE1-50C27F916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Our crypto </a:t>
            </a:r>
            <a:r>
              <a:rPr lang="fr-FR" dirty="0" err="1"/>
              <a:t>selection</a:t>
            </a:r>
            <a:endParaRPr lang="fr-FR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9135186-70BE-C219-30D4-84687A2DA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188" y="1960718"/>
            <a:ext cx="11090274" cy="3979625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8" name="AutoShape 22" descr="OpenSea NFT Marketplace Expands into Venture Capital, Crypto Prices Mixed  and More">
            <a:extLst>
              <a:ext uri="{FF2B5EF4-FFF2-40B4-BE49-F238E27FC236}">
                <a16:creationId xmlns:a16="http://schemas.microsoft.com/office/drawing/2014/main" id="{795D1F90-F60A-97FF-2DFE-4ABE055AED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13FB161A-6186-6E53-5271-7074A431A856}"/>
              </a:ext>
            </a:extLst>
          </p:cNvPr>
          <p:cNvGrpSpPr/>
          <p:nvPr/>
        </p:nvGrpSpPr>
        <p:grpSpPr>
          <a:xfrm>
            <a:off x="322919" y="676616"/>
            <a:ext cx="11312487" cy="5416208"/>
            <a:chOff x="322919" y="676616"/>
            <a:chExt cx="11312487" cy="5416208"/>
          </a:xfrm>
        </p:grpSpPr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75429924-83E8-1763-0539-46A775C6C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362962">
              <a:off x="1683125" y="2241922"/>
              <a:ext cx="7701803" cy="3850902"/>
            </a:xfrm>
            <a:prstGeom prst="rect">
              <a:avLst/>
            </a:prstGeom>
          </p:spPr>
        </p:pic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6782CCCB-0BB0-3D39-41A2-61C8A952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20769093" flipH="1">
              <a:off x="2808363" y="1237138"/>
              <a:ext cx="7701803" cy="3850902"/>
            </a:xfrm>
            <a:prstGeom prst="rect">
              <a:avLst/>
            </a:prstGeom>
          </p:spPr>
        </p:pic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id="{204B6CD4-C456-D5B1-5F59-CEB7DC58B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362962">
              <a:off x="3933603" y="1945637"/>
              <a:ext cx="7701803" cy="3850902"/>
            </a:xfrm>
            <a:prstGeom prst="rect">
              <a:avLst/>
            </a:prstGeom>
          </p:spPr>
        </p:pic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672B3BAC-A45F-E55F-5453-52DFC3062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9886075">
              <a:off x="322919" y="676616"/>
              <a:ext cx="7701803" cy="3850902"/>
            </a:xfrm>
            <a:prstGeom prst="rect">
              <a:avLst/>
            </a:prstGeom>
          </p:spPr>
        </p:pic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16D0F213-247B-F8C0-29DA-0D23E461D17C}"/>
              </a:ext>
            </a:extLst>
          </p:cNvPr>
          <p:cNvGrpSpPr/>
          <p:nvPr/>
        </p:nvGrpSpPr>
        <p:grpSpPr>
          <a:xfrm>
            <a:off x="2547149" y="1780030"/>
            <a:ext cx="7402501" cy="3532610"/>
            <a:chOff x="4472619" y="1858643"/>
            <a:chExt cx="7402501" cy="3532610"/>
          </a:xfrm>
        </p:grpSpPr>
        <p:pic>
          <p:nvPicPr>
            <p:cNvPr id="25" name="Picture 2">
              <a:extLst>
                <a:ext uri="{FF2B5EF4-FFF2-40B4-BE49-F238E27FC236}">
                  <a16:creationId xmlns:a16="http://schemas.microsoft.com/office/drawing/2014/main" id="{EE8BE254-1201-1751-8807-5B22D9B0D7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72619" y="3901345"/>
              <a:ext cx="1332000" cy="133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4">
              <a:extLst>
                <a:ext uri="{FF2B5EF4-FFF2-40B4-BE49-F238E27FC236}">
                  <a16:creationId xmlns:a16="http://schemas.microsoft.com/office/drawing/2014/main" id="{D1EC77BB-78F2-4E0B-C298-1A694CCC95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42340" y="1881275"/>
              <a:ext cx="1332000" cy="133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6">
              <a:extLst>
                <a:ext uri="{FF2B5EF4-FFF2-40B4-BE49-F238E27FC236}">
                  <a16:creationId xmlns:a16="http://schemas.microsoft.com/office/drawing/2014/main" id="{98345B77-8477-9271-9455-3E9FD68D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7747" y="3814674"/>
              <a:ext cx="967480" cy="15765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0" descr="Analyse des prix de Binance Coin, Filecoin, CRV : 18 janvier - La Crypto  Monnaie">
              <a:extLst>
                <a:ext uri="{FF2B5EF4-FFF2-40B4-BE49-F238E27FC236}">
                  <a16:creationId xmlns:a16="http://schemas.microsoft.com/office/drawing/2014/main" id="{C46828B9-A686-CB41-8DAD-5C8DCCE58B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3167" b="94167" l="10000" r="90000">
                          <a14:foregroundMark x1="41400" y1="8167" x2="41400" y2="8167"/>
                          <a14:foregroundMark x1="51100" y1="3167" x2="51100" y2="3167"/>
                          <a14:foregroundMark x1="34400" y1="49833" x2="34400" y2="49833"/>
                          <a14:foregroundMark x1="33500" y1="47333" x2="33500" y2="47333"/>
                          <a14:foregroundMark x1="34100" y1="49333" x2="40100" y2="46000"/>
                          <a14:foregroundMark x1="40100" y1="46000" x2="40100" y2="46000"/>
                          <a14:foregroundMark x1="44300" y1="35333" x2="52100" y2="20167"/>
                          <a14:foregroundMark x1="50300" y1="31333" x2="38900" y2="40167"/>
                          <a14:foregroundMark x1="53000" y1="27667" x2="58900" y2="40000"/>
                          <a14:foregroundMark x1="58900" y1="40000" x2="59800" y2="40667"/>
                          <a14:foregroundMark x1="68700" y1="53333" x2="64300" y2="48833"/>
                          <a14:foregroundMark x1="52500" y1="48333" x2="41900" y2="46167"/>
                          <a14:foregroundMark x1="46600" y1="74333" x2="45000" y2="69167"/>
                          <a14:foregroundMark x1="60600" y1="63833" x2="50000" y2="67833"/>
                          <a14:foregroundMark x1="51500" y1="73667" x2="43400" y2="68000"/>
                          <a14:foregroundMark x1="43400" y1="68000" x2="41400" y2="60333"/>
                          <a14:foregroundMark x1="47000" y1="94167" x2="38800" y2="9033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02263" y="1858643"/>
              <a:ext cx="2498838" cy="14993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12" descr="Cours du Dogecoin (DOGE), Graphiques, Capitalisation | CoinMarketCap">
              <a:extLst>
                <a:ext uri="{FF2B5EF4-FFF2-40B4-BE49-F238E27FC236}">
                  <a16:creationId xmlns:a16="http://schemas.microsoft.com/office/drawing/2014/main" id="{8042E7BD-268A-6070-897E-C60186DB93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92238" y="1858643"/>
              <a:ext cx="1582882" cy="15828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4" descr="L'ADA De Cardano a Décentralisé Le Blockchain Public Et a Posé Le  Cryptocurrency Et Contracte Le Logo Bleu Blanc De Vecteur Illustration de  Vecteur - Illustration du symbole, économie: 109805064">
              <a:extLst>
                <a:ext uri="{FF2B5EF4-FFF2-40B4-BE49-F238E27FC236}">
                  <a16:creationId xmlns:a16="http://schemas.microsoft.com/office/drawing/2014/main" id="{65B9EBFA-3723-90D5-A514-8A7144F03A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4322" y="1881275"/>
              <a:ext cx="1509168" cy="15091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16" descr="Cours du XRP (XRP), Graphiques, Capitalisation | CoinMarketCap">
              <a:extLst>
                <a:ext uri="{FF2B5EF4-FFF2-40B4-BE49-F238E27FC236}">
                  <a16:creationId xmlns:a16="http://schemas.microsoft.com/office/drawing/2014/main" id="{46D5DD60-14C8-76C8-9AFC-198D79F12E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20617" y="3772885"/>
              <a:ext cx="1576579" cy="15765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8" descr="Cours du HEX (HEX), Graphiques, Capitalisation | CoinMarketCap">
              <a:extLst>
                <a:ext uri="{FF2B5EF4-FFF2-40B4-BE49-F238E27FC236}">
                  <a16:creationId xmlns:a16="http://schemas.microsoft.com/office/drawing/2014/main" id="{C91BDB5A-4A6B-9FB3-522C-D76F2E55A3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82260" y="3756604"/>
              <a:ext cx="1592860" cy="1592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07697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C27DE46-AC0C-149C-DDE8-06994B105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1997855"/>
          </a:xfrm>
        </p:spPr>
        <p:txBody>
          <a:bodyPr wrap="square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fr-FR" dirty="0"/>
              <a:t>How </a:t>
            </a:r>
            <a:r>
              <a:rPr lang="fr-FR" dirty="0" err="1"/>
              <a:t>did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select </a:t>
            </a:r>
            <a:r>
              <a:rPr lang="fr-FR" dirty="0" err="1"/>
              <a:t>these</a:t>
            </a:r>
            <a:r>
              <a:rPr lang="fr-FR" dirty="0"/>
              <a:t> cryptos ?</a:t>
            </a:r>
            <a:endParaRPr lang="fr-FR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F2D4ED5-DC78-4C88-97AA-483206C53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70793" y="0"/>
            <a:ext cx="1468514" cy="1521012"/>
            <a:chOff x="5236793" y="2432482"/>
            <a:chExt cx="1468514" cy="1521012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0DE0B65A-4839-40B2-BA92-1464FEADB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463135" y="2432482"/>
              <a:ext cx="1242172" cy="729202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842A0A68-39DD-4DA7-BAD5-63B9C1398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236793" y="2566400"/>
              <a:ext cx="611884" cy="1076550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21A69E50-7E10-45C3-B4F2-19DBA7748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765469" y="2876944"/>
              <a:ext cx="630288" cy="1076550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40000"/>
                    <a:lumOff val="60000"/>
                    <a:alpha val="6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508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D166A8AB-8924-421C-BCED-B54DBC405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7897" y="5497189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C26C1EA-7047-F69B-4903-4102452E1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677306"/>
            <a:ext cx="3565525" cy="3415519"/>
          </a:xfrm>
        </p:spPr>
        <p:txBody>
          <a:bodyPr anchor="t">
            <a:normAutofit/>
          </a:bodyPr>
          <a:lstStyle/>
          <a:p>
            <a:r>
              <a:rPr lang="fr-FR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From</a:t>
            </a:r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the jungle of the cryptos </a:t>
            </a:r>
            <a:r>
              <a:rPr lang="fr-FR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</a:t>
            </a:r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lead a </a:t>
            </a:r>
            <a:r>
              <a:rPr lang="fr-FR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deep</a:t>
            </a:r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analysis</a:t>
            </a:r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on </a:t>
            </a:r>
            <a:r>
              <a:rPr lang="fr-FR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each</a:t>
            </a:r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cryptocurrency</a:t>
            </a:r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</a:t>
            </a:r>
            <a:r>
              <a:rPr lang="fr-FR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achieve</a:t>
            </a:r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our</a:t>
            </a:r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selection</a:t>
            </a:r>
            <a:endParaRPr lang="fr-FR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Our </a:t>
            </a:r>
            <a:r>
              <a:rPr lang="fr-FR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criteria</a:t>
            </a:r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for </a:t>
            </a:r>
            <a:r>
              <a:rPr lang="fr-FR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this</a:t>
            </a:r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selection</a:t>
            </a:r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:</a:t>
            </a:r>
          </a:p>
          <a:p>
            <a:pPr lvl="1"/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</a:t>
            </a:r>
            <a:r>
              <a:rPr lang="fr-FR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market</a:t>
            </a:r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cap (&gt;10Billions)</a:t>
            </a:r>
          </a:p>
          <a:p>
            <a:pPr lvl="1"/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volume (</a:t>
            </a:r>
            <a:r>
              <a:rPr lang="fr-FR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insure</a:t>
            </a:r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liquidity</a:t>
            </a:r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  <a:p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Extraction </a:t>
            </a:r>
            <a:r>
              <a:rPr lang="fr-FR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from</a:t>
            </a:r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our</a:t>
            </a:r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powerful</a:t>
            </a:r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API </a:t>
            </a:r>
            <a:r>
              <a:rPr lang="fr-FR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YahooFinance</a:t>
            </a:r>
            <a:endParaRPr lang="fr-FR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fr-FR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0CF26894-78B0-869E-FAC3-C6B4F5D0E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843" y="1043960"/>
            <a:ext cx="7544701" cy="46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42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275645-F6FC-F6B8-159D-8BB69E129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Plotted</a:t>
            </a:r>
            <a:r>
              <a:rPr lang="fr-FR" dirty="0"/>
              <a:t> </a:t>
            </a:r>
            <a:r>
              <a:rPr lang="fr-FR" dirty="0" err="1"/>
              <a:t>prices</a:t>
            </a:r>
            <a:r>
              <a:rPr lang="fr-FR" dirty="0"/>
              <a:t> of the crypto</a:t>
            </a:r>
          </a:p>
        </p:txBody>
      </p:sp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BF9691ED-608F-A0C7-DCDC-5CF11D718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715" y="2112963"/>
            <a:ext cx="7784571" cy="3979862"/>
          </a:xfrm>
        </p:spPr>
      </p:pic>
    </p:spTree>
    <p:extLst>
      <p:ext uri="{BB962C8B-B14F-4D97-AF65-F5344CB8AC3E}">
        <p14:creationId xmlns:p14="http://schemas.microsoft.com/office/powerpoint/2010/main" val="1068502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F136CE-51D0-CAB6-F4B0-118D4A27E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Normalization</a:t>
            </a:r>
            <a:r>
              <a:rPr lang="fr-FR" dirty="0"/>
              <a:t> of the crypto </a:t>
            </a:r>
            <a:r>
              <a:rPr lang="fr-FR" dirty="0" err="1"/>
              <a:t>prices</a:t>
            </a:r>
            <a:endParaRPr lang="fr-FR" dirty="0"/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D793AF56-0D95-6866-A402-4B02B89947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938" y="1881275"/>
            <a:ext cx="8207648" cy="4211550"/>
          </a:xfrm>
        </p:spPr>
      </p:pic>
    </p:spTree>
    <p:extLst>
      <p:ext uri="{BB962C8B-B14F-4D97-AF65-F5344CB8AC3E}">
        <p14:creationId xmlns:p14="http://schemas.microsoft.com/office/powerpoint/2010/main" val="1035700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4D0B91-FF1F-18AE-B0C0-8B325B1B7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« </a:t>
            </a:r>
            <a:r>
              <a:rPr lang="fr-FR" dirty="0" err="1"/>
              <a:t>chosen</a:t>
            </a:r>
            <a:r>
              <a:rPr lang="fr-FR" dirty="0"/>
              <a:t> » one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37B4C73-A99C-576B-B731-F1EE0C9669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989" y="2112963"/>
            <a:ext cx="7672023" cy="3979862"/>
          </a:xfrm>
        </p:spPr>
      </p:pic>
    </p:spTree>
    <p:extLst>
      <p:ext uri="{BB962C8B-B14F-4D97-AF65-F5344CB8AC3E}">
        <p14:creationId xmlns:p14="http://schemas.microsoft.com/office/powerpoint/2010/main" val="2307543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erson holding chess piece">
            <a:extLst>
              <a:ext uri="{FF2B5EF4-FFF2-40B4-BE49-F238E27FC236}">
                <a16:creationId xmlns:a16="http://schemas.microsoft.com/office/drawing/2014/main" id="{844EB626-9E2A-5F52-6B47-DADF8AF180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742"/>
          <a:stretch/>
        </p:blipFill>
        <p:spPr>
          <a:xfrm>
            <a:off x="20" y="-120072"/>
            <a:ext cx="1219198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A8C655C-60DA-87D6-E5BE-EE58FD4B4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2887174"/>
          </a:xfrm>
        </p:spPr>
        <p:txBody>
          <a:bodyPr vert="horz" wrap="square" lIns="0" tIns="0" rIns="0" bIns="0" rtlCol="0" anchor="b" anchorCtr="0">
            <a:normAutofit fontScale="90000"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Deep dive into our algorithmic strategy</a:t>
            </a:r>
          </a:p>
        </p:txBody>
      </p:sp>
    </p:spTree>
    <p:extLst>
      <p:ext uri="{BB962C8B-B14F-4D97-AF65-F5344CB8AC3E}">
        <p14:creationId xmlns:p14="http://schemas.microsoft.com/office/powerpoint/2010/main" val="4058607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Serious Man Pensée | Photo Gratuite">
            <a:extLst>
              <a:ext uri="{FF2B5EF4-FFF2-40B4-BE49-F238E27FC236}">
                <a16:creationId xmlns:a16="http://schemas.microsoft.com/office/drawing/2014/main" id="{169ECF79-1236-4CAE-052D-DBAF59C38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721" y="1293550"/>
            <a:ext cx="2943615" cy="296731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6166037-FAF4-2F74-3CA7-794A1D277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Deep</a:t>
            </a:r>
            <a:r>
              <a:rPr lang="fr-FR" dirty="0"/>
              <a:t> dive </a:t>
            </a:r>
            <a:r>
              <a:rPr lang="fr-FR" dirty="0" err="1"/>
              <a:t>into</a:t>
            </a:r>
            <a:r>
              <a:rPr lang="fr-FR" dirty="0"/>
              <a:t> the </a:t>
            </a:r>
            <a:r>
              <a:rPr lang="fr-FR" dirty="0" err="1"/>
              <a:t>algorithmic</a:t>
            </a:r>
            <a:r>
              <a:rPr lang="fr-FR" dirty="0"/>
              <a:t> </a:t>
            </a:r>
            <a:r>
              <a:rPr lang="fr-FR" dirty="0" err="1"/>
              <a:t>strategy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CE9679-A78F-74A5-582F-F9A23E834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2" y="1881275"/>
            <a:ext cx="11090275" cy="4211549"/>
          </a:xfrm>
        </p:spPr>
        <p:txBody>
          <a:bodyPr>
            <a:normAutofit fontScale="85000" lnSpcReduction="10000"/>
          </a:bodyPr>
          <a:lstStyle/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strategy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composed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indicators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and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rules</a:t>
            </a:r>
            <a:endParaRPr lang="fr-F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Our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strategy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based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on the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crossing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2 SMA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SMA calculates the average of a selected range of prices, usually closing prices.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 take 2 SMA of different periods : 1 “short” and 1 “long” (ex : 10 days and 50 days)</a:t>
            </a:r>
          </a:p>
          <a:p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When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the short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goes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above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the long,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it’s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 « cross »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buy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the crypto and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when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it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goes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below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sell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the crypto</a:t>
            </a:r>
          </a:p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Our signal :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Crossing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MA</a:t>
            </a:r>
          </a:p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Our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rules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:</a:t>
            </a:r>
          </a:p>
          <a:p>
            <a:pPr lvl="1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buying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when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the MA short cross and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goes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above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the MA long </a:t>
            </a:r>
          </a:p>
          <a:p>
            <a:pPr lvl="1"/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Selling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when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the MA short cross and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goes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below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the MA long</a:t>
            </a:r>
          </a:p>
          <a:p>
            <a:endParaRPr lang="fr-F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7AA06E4A-796D-314D-D69A-155D5A6D5B11}"/>
              </a:ext>
            </a:extLst>
          </p:cNvPr>
          <p:cNvGrpSpPr/>
          <p:nvPr/>
        </p:nvGrpSpPr>
        <p:grpSpPr>
          <a:xfrm>
            <a:off x="2118244" y="1092125"/>
            <a:ext cx="7521412" cy="5069393"/>
            <a:chOff x="2118244" y="1092125"/>
            <a:chExt cx="6810375" cy="4314825"/>
          </a:xfrm>
        </p:grpSpPr>
        <p:pic>
          <p:nvPicPr>
            <p:cNvPr id="19" name="Image 18">
              <a:extLst>
                <a:ext uri="{FF2B5EF4-FFF2-40B4-BE49-F238E27FC236}">
                  <a16:creationId xmlns:a16="http://schemas.microsoft.com/office/drawing/2014/main" id="{1DA4D5E5-CAC3-B996-611C-B5A7D05E7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18244" y="1092125"/>
              <a:ext cx="6810375" cy="4314825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C13A874-33DC-A29C-1A6D-00E596611027}"/>
                </a:ext>
              </a:extLst>
            </p:cNvPr>
            <p:cNvSpPr/>
            <p:nvPr/>
          </p:nvSpPr>
          <p:spPr>
            <a:xfrm>
              <a:off x="5976923" y="4181939"/>
              <a:ext cx="2595418" cy="69989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4243888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9A8A17-6F63-C47F-C11F-78501EE07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Deep</a:t>
            </a:r>
            <a:r>
              <a:rPr lang="fr-FR" dirty="0"/>
              <a:t> dive </a:t>
            </a:r>
            <a:r>
              <a:rPr lang="fr-FR" dirty="0" err="1"/>
              <a:t>into</a:t>
            </a:r>
            <a:r>
              <a:rPr lang="fr-FR" dirty="0"/>
              <a:t> the </a:t>
            </a:r>
            <a:r>
              <a:rPr lang="fr-FR" dirty="0" err="1"/>
              <a:t>algorithmic</a:t>
            </a:r>
            <a:r>
              <a:rPr lang="fr-FR" dirty="0"/>
              <a:t> </a:t>
            </a:r>
            <a:r>
              <a:rPr lang="fr-FR" dirty="0" err="1"/>
              <a:t>strategy</a:t>
            </a:r>
            <a:r>
              <a:rPr lang="fr-FR" dirty="0"/>
              <a:t>	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9D7090-5BC5-0E1C-5C3F-33C0EB7A6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Simple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strategy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? Yes but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optimized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over 1000 trials per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currency</a:t>
            </a:r>
            <a:endParaRPr lang="fr-F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fr-F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Using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the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Optuna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function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optimized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the SMA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parameters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for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each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 the crypto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offer</a:t>
            </a:r>
            <a:endParaRPr lang="fr-F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fr-F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are able to propose the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most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optimizated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SMAs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period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for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each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 the crypto</a:t>
            </a:r>
          </a:p>
        </p:txBody>
      </p:sp>
      <p:pic>
        <p:nvPicPr>
          <p:cNvPr id="5" name="Image 4" descr="Une image contenant table&#10;&#10;Description générée automatiquement">
            <a:extLst>
              <a:ext uri="{FF2B5EF4-FFF2-40B4-BE49-F238E27FC236}">
                <a16:creationId xmlns:a16="http://schemas.microsoft.com/office/drawing/2014/main" id="{0C164AF1-2B34-AC53-2C98-E90A857F3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425" y="4809404"/>
            <a:ext cx="2657475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216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0" name="Rectangle 72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6AE4517-B6E1-C55E-A641-454D7E77F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1997855"/>
          </a:xfrm>
        </p:spPr>
        <p:txBody>
          <a:bodyPr wrap="square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fr-FR"/>
              <a:t>Which earnings can you expect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C42181-494E-C272-039C-9C964A57A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677306"/>
            <a:ext cx="3565525" cy="3415519"/>
          </a:xfrm>
        </p:spPr>
        <p:txBody>
          <a:bodyPr anchor="t">
            <a:normAutofit/>
          </a:bodyPr>
          <a:lstStyle/>
          <a:p>
            <a:endParaRPr lang="fr-FR" sz="1600"/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6FF3A87B-2255-45E0-A551-C11FAF932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0898" y="5773729"/>
            <a:ext cx="7641102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ucune description disponible.">
            <a:extLst>
              <a:ext uri="{FF2B5EF4-FFF2-40B4-BE49-F238E27FC236}">
                <a16:creationId xmlns:a16="http://schemas.microsoft.com/office/drawing/2014/main" id="{83AFF1C7-31D6-0CF3-9D64-3876608FB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133" y="208898"/>
            <a:ext cx="7898121" cy="322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Aucune description disponible.">
            <a:extLst>
              <a:ext uri="{FF2B5EF4-FFF2-40B4-BE49-F238E27FC236}">
                <a16:creationId xmlns:a16="http://schemas.microsoft.com/office/drawing/2014/main" id="{825E7A03-3EAB-A958-2F89-0B7B4FE21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133" y="3533449"/>
            <a:ext cx="7898121" cy="322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8587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8" name="Rectangle 72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141EAD0-8AD5-C935-AF0D-F5C9956F7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1997855"/>
          </a:xfrm>
        </p:spPr>
        <p:txBody>
          <a:bodyPr wrap="square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fr-FR"/>
              <a:t>Which earnings can you expect ?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C4E342B-51B0-C33E-ECD0-8EAF7245AF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1590" y="3546765"/>
            <a:ext cx="7778102" cy="3170066"/>
          </a:xfrm>
        </p:spPr>
      </p:pic>
      <p:sp>
        <p:nvSpPr>
          <p:cNvPr id="3079" name="Rectangle 74">
            <a:extLst>
              <a:ext uri="{FF2B5EF4-FFF2-40B4-BE49-F238E27FC236}">
                <a16:creationId xmlns:a16="http://schemas.microsoft.com/office/drawing/2014/main" id="{6FF3A87B-2255-45E0-A551-C11FAF932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0898" y="5773729"/>
            <a:ext cx="7641102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E6F3ECB-0596-AECC-4CEC-3175997E60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1590" y="62504"/>
            <a:ext cx="7778102" cy="336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323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A0D8A0-7971-CB20-63F8-763C21B05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earnings</a:t>
            </a:r>
            <a:r>
              <a:rPr lang="fr-FR" dirty="0"/>
              <a:t> can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expect</a:t>
            </a:r>
            <a:r>
              <a:rPr lang="fr-FR" dirty="0"/>
              <a:t>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CEB085-06BE-3D2B-A197-CBF9D9FBD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4098" name="Picture 2" descr="Aucune description disponible.">
            <a:extLst>
              <a:ext uri="{FF2B5EF4-FFF2-40B4-BE49-F238E27FC236}">
                <a16:creationId xmlns:a16="http://schemas.microsoft.com/office/drawing/2014/main" id="{062317FD-8000-6657-DF46-EB9C95046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663" y="1850623"/>
            <a:ext cx="9366674" cy="4421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025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327C3A-E684-E5E3-ED92-BF5336BF5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3074" name="Picture 2" descr="Afficher toutes les photos échangées avec un contact sur l'iPhone">
            <a:extLst>
              <a:ext uri="{FF2B5EF4-FFF2-40B4-BE49-F238E27FC236}">
                <a16:creationId xmlns:a16="http://schemas.microsoft.com/office/drawing/2014/main" id="{2A091A5A-1702-7411-6789-40C0FCC80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052948"/>
            <a:ext cx="6696075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7983D01-AD3B-8B32-AA94-781EE85AB5BE}"/>
              </a:ext>
            </a:extLst>
          </p:cNvPr>
          <p:cNvSpPr/>
          <p:nvPr/>
        </p:nvSpPr>
        <p:spPr>
          <a:xfrm>
            <a:off x="2743200" y="4253348"/>
            <a:ext cx="6696075" cy="25056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EB56A6-E51B-2813-F16F-4D3C8C9C7DA4}"/>
              </a:ext>
            </a:extLst>
          </p:cNvPr>
          <p:cNvSpPr/>
          <p:nvPr/>
        </p:nvSpPr>
        <p:spPr>
          <a:xfrm>
            <a:off x="5163125" y="2974117"/>
            <a:ext cx="3075709" cy="822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b="1" dirty="0" err="1">
                <a:latin typeface="San Francisco"/>
              </a:rPr>
              <a:t>Stay</a:t>
            </a:r>
            <a:r>
              <a:rPr lang="fr-FR" sz="1600" b="1" dirty="0">
                <a:latin typeface="San Francisco"/>
              </a:rPr>
              <a:t> </a:t>
            </a:r>
            <a:r>
              <a:rPr lang="fr-FR" sz="1600" b="1" dirty="0" err="1">
                <a:latin typeface="San Francisco"/>
              </a:rPr>
              <a:t>away</a:t>
            </a:r>
            <a:r>
              <a:rPr lang="fr-FR" sz="1600" b="1" dirty="0">
                <a:latin typeface="San Francisco"/>
              </a:rPr>
              <a:t> : BTC, ETH, BNB, ADA, DOGE, SOL, HEX</a:t>
            </a:r>
          </a:p>
        </p:txBody>
      </p:sp>
      <p:pic>
        <p:nvPicPr>
          <p:cNvPr id="6" name="Picture 2" descr="Afficher toutes les photos échangées avec un contact sur l'iPhone">
            <a:extLst>
              <a:ext uri="{FF2B5EF4-FFF2-40B4-BE49-F238E27FC236}">
                <a16:creationId xmlns:a16="http://schemas.microsoft.com/office/drawing/2014/main" id="{BB8B1B51-5A35-68D8-7CC9-AEBD4C7917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8" t="49939" r="6350"/>
          <a:stretch/>
        </p:blipFill>
        <p:spPr bwMode="auto">
          <a:xfrm>
            <a:off x="3181927" y="3787767"/>
            <a:ext cx="5836567" cy="1602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Afficher toutes les photos échangées avec un contact sur l'iPhone">
            <a:extLst>
              <a:ext uri="{FF2B5EF4-FFF2-40B4-BE49-F238E27FC236}">
                <a16:creationId xmlns:a16="http://schemas.microsoft.com/office/drawing/2014/main" id="{321D6D80-1217-7DF8-DC82-C3C74294C5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8" t="49939" r="6350"/>
          <a:stretch/>
        </p:blipFill>
        <p:spPr bwMode="auto">
          <a:xfrm>
            <a:off x="3181927" y="4882408"/>
            <a:ext cx="5828146" cy="1602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9B4C54A-9A3A-7F72-4B2E-FF94FD9BF8C0}"/>
              </a:ext>
            </a:extLst>
          </p:cNvPr>
          <p:cNvSpPr/>
          <p:nvPr/>
        </p:nvSpPr>
        <p:spPr>
          <a:xfrm>
            <a:off x="5163125" y="4186209"/>
            <a:ext cx="3075709" cy="822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b="1" dirty="0">
                <a:latin typeface="San Francisco"/>
              </a:rPr>
              <a:t>Hold : XRP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0E9253-4885-D9FE-ED58-99E0C1386D1F}"/>
              </a:ext>
            </a:extLst>
          </p:cNvPr>
          <p:cNvSpPr/>
          <p:nvPr/>
        </p:nvSpPr>
        <p:spPr>
          <a:xfrm>
            <a:off x="5163125" y="5075385"/>
            <a:ext cx="3075709" cy="822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b="1" dirty="0" err="1">
                <a:latin typeface="San Francisco"/>
              </a:rPr>
              <a:t>Buy</a:t>
            </a:r>
            <a:r>
              <a:rPr lang="fr-FR" sz="1600" b="1" dirty="0">
                <a:latin typeface="San Francisco"/>
              </a:rPr>
              <a:t> : Not </a:t>
            </a:r>
            <a:r>
              <a:rPr lang="fr-FR" sz="1600" b="1" dirty="0" err="1">
                <a:latin typeface="San Francisco"/>
              </a:rPr>
              <a:t>now</a:t>
            </a:r>
            <a:r>
              <a:rPr lang="fr-FR" sz="1600" b="1" dirty="0">
                <a:latin typeface="San Francisco"/>
              </a:rPr>
              <a:t> </a:t>
            </a:r>
            <a:r>
              <a:rPr lang="fr-FR" sz="1600" b="1" dirty="0" err="1">
                <a:latin typeface="San Francisco"/>
              </a:rPr>
              <a:t>be</a:t>
            </a:r>
            <a:r>
              <a:rPr lang="fr-FR" sz="1600" b="1" dirty="0">
                <a:latin typeface="San Francisco"/>
              </a:rPr>
              <a:t> patient</a:t>
            </a:r>
          </a:p>
          <a:p>
            <a:endParaRPr lang="fr-FR" sz="1600" b="1" dirty="0">
              <a:latin typeface="San Francisco"/>
            </a:endParaRPr>
          </a:p>
          <a:p>
            <a:r>
              <a:rPr lang="fr-FR" sz="1600" b="1" dirty="0" err="1">
                <a:latin typeface="San Francisco"/>
              </a:rPr>
              <a:t>Sell</a:t>
            </a:r>
            <a:r>
              <a:rPr lang="fr-FR" sz="1600" b="1" dirty="0">
                <a:latin typeface="San Francisco"/>
              </a:rPr>
              <a:t> : Not </a:t>
            </a:r>
            <a:r>
              <a:rPr lang="fr-FR" sz="1600" b="1" dirty="0" err="1">
                <a:latin typeface="San Francisco"/>
              </a:rPr>
              <a:t>now</a:t>
            </a:r>
            <a:r>
              <a:rPr lang="fr-FR" sz="1600" b="1" dirty="0">
                <a:latin typeface="San Francisco"/>
              </a:rPr>
              <a:t> </a:t>
            </a:r>
            <a:r>
              <a:rPr lang="fr-FR" sz="1600" b="1" dirty="0" err="1">
                <a:latin typeface="San Francisco"/>
              </a:rPr>
              <a:t>be</a:t>
            </a:r>
            <a:r>
              <a:rPr lang="fr-FR" sz="1600" b="1" dirty="0">
                <a:latin typeface="San Francisco"/>
              </a:rPr>
              <a:t> patient</a:t>
            </a:r>
          </a:p>
        </p:txBody>
      </p:sp>
    </p:spTree>
    <p:extLst>
      <p:ext uri="{BB962C8B-B14F-4D97-AF65-F5344CB8AC3E}">
        <p14:creationId xmlns:p14="http://schemas.microsoft.com/office/powerpoint/2010/main" val="3728395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Pen placed on top of a signature line">
            <a:extLst>
              <a:ext uri="{FF2B5EF4-FFF2-40B4-BE49-F238E27FC236}">
                <a16:creationId xmlns:a16="http://schemas.microsoft.com/office/drawing/2014/main" id="{CB12E422-337B-90B8-0C0B-295AA44963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30"/>
          <a:stretch/>
        </p:blipFill>
        <p:spPr>
          <a:xfrm>
            <a:off x="20" y="1"/>
            <a:ext cx="1219198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D4EA4DF-0E7C-4098-86F6-7D0ACAEFC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7859713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296252A-5FDC-9971-E028-9EE031813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288717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to subscribe 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E05BC49-0F00-4C85-9AF5-A0CC5B39C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566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8711C8-DE28-C926-760D-195006EA6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How to </a:t>
            </a:r>
            <a:r>
              <a:rPr lang="fr-FR" dirty="0" err="1"/>
              <a:t>suscribe</a:t>
            </a:r>
            <a:r>
              <a:rPr lang="fr-FR" dirty="0"/>
              <a:t>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373DB8-90F4-132B-0C3F-9E3AB97A2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fees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 the transactions and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from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our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company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are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included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in the P&amp;L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calculation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showed</a:t>
            </a:r>
            <a:endParaRPr lang="fr-F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each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 the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transcation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1%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used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for the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fees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:</a:t>
            </a:r>
          </a:p>
          <a:p>
            <a:pPr lvl="1"/>
            <a:r>
              <a:rPr lang="fr-FR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0,05% as </a:t>
            </a:r>
            <a:r>
              <a:rPr lang="fr-FR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transcation</a:t>
            </a:r>
            <a:r>
              <a:rPr lang="fr-FR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fees</a:t>
            </a:r>
            <a:r>
              <a:rPr lang="fr-FR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with</a:t>
            </a:r>
            <a:r>
              <a:rPr lang="fr-FR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the platform</a:t>
            </a:r>
          </a:p>
          <a:p>
            <a:pPr lvl="1"/>
            <a:r>
              <a:rPr lang="fr-FR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0,95% for </a:t>
            </a:r>
            <a:r>
              <a:rPr lang="fr-FR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your</a:t>
            </a:r>
            <a:r>
              <a:rPr lang="fr-FR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subscription</a:t>
            </a:r>
            <a:r>
              <a:rPr lang="fr-FR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the </a:t>
            </a:r>
            <a:r>
              <a:rPr lang="fr-FR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company</a:t>
            </a:r>
            <a:endParaRPr lang="fr-FR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endParaRPr lang="fr-FR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Details for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subscription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on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our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webiste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www.mcminvestment.com</a:t>
            </a:r>
          </a:p>
        </p:txBody>
      </p:sp>
    </p:spTree>
    <p:extLst>
      <p:ext uri="{BB962C8B-B14F-4D97-AF65-F5344CB8AC3E}">
        <p14:creationId xmlns:p14="http://schemas.microsoft.com/office/powerpoint/2010/main" val="2485633648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AnalogousFromRegularSeed_2SEEDS">
      <a:dk1>
        <a:srgbClr val="000000"/>
      </a:dk1>
      <a:lt1>
        <a:srgbClr val="FFFFFF"/>
      </a:lt1>
      <a:dk2>
        <a:srgbClr val="243341"/>
      </a:dk2>
      <a:lt2>
        <a:srgbClr val="E8E4E2"/>
      </a:lt2>
      <a:accent1>
        <a:srgbClr val="3B90B1"/>
      </a:accent1>
      <a:accent2>
        <a:srgbClr val="46B3A5"/>
      </a:accent2>
      <a:accent3>
        <a:srgbClr val="4D70C3"/>
      </a:accent3>
      <a:accent4>
        <a:srgbClr val="B1453B"/>
      </a:accent4>
      <a:accent5>
        <a:srgbClr val="C3884D"/>
      </a:accent5>
      <a:accent6>
        <a:srgbClr val="ADA339"/>
      </a:accent6>
      <a:hlink>
        <a:srgbClr val="BF643F"/>
      </a:hlink>
      <a:folHlink>
        <a:srgbClr val="7F7F7F"/>
      </a:folHlink>
    </a:clrScheme>
    <a:fontScheme name="Float">
      <a:majorFont>
        <a:latin typeface="Sitka Heading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1047</TotalTime>
  <Words>464</Words>
  <Application>Microsoft Office PowerPoint</Application>
  <PresentationFormat>Grand écran</PresentationFormat>
  <Paragraphs>61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Arial</vt:lpstr>
      <vt:lpstr>San Francisco</vt:lpstr>
      <vt:lpstr>Sitka Heading</vt:lpstr>
      <vt:lpstr>Source Sans Pro</vt:lpstr>
      <vt:lpstr>3DFloatVTI</vt:lpstr>
      <vt:lpstr>MCM Investments</vt:lpstr>
      <vt:lpstr>Who are we ?</vt:lpstr>
      <vt:lpstr>Who are we ?</vt:lpstr>
      <vt:lpstr>Our services</vt:lpstr>
      <vt:lpstr>Our services</vt:lpstr>
      <vt:lpstr>Deep dive into the crypto selection</vt:lpstr>
      <vt:lpstr>Our crypto selection</vt:lpstr>
      <vt:lpstr>How did we select these cryptos ?</vt:lpstr>
      <vt:lpstr>Plotted prices of the crypto</vt:lpstr>
      <vt:lpstr>Normalization of the crypto prices</vt:lpstr>
      <vt:lpstr>The « chosen » one</vt:lpstr>
      <vt:lpstr>Deep dive into our algorithmic strategy</vt:lpstr>
      <vt:lpstr>Deep dive into the algorithmic strategy</vt:lpstr>
      <vt:lpstr>Deep dive into the algorithmic strategy </vt:lpstr>
      <vt:lpstr>Which earnings can you expect ?</vt:lpstr>
      <vt:lpstr>Which earnings can you expect ?</vt:lpstr>
      <vt:lpstr>Which earnings can you expect ?</vt:lpstr>
      <vt:lpstr>Présentation PowerPoint</vt:lpstr>
      <vt:lpstr>How to subscribe ?</vt:lpstr>
      <vt:lpstr>How to suscribe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Trading Strategies on Crypto</dc:title>
  <dc:creator>Thibault MOREL</dc:creator>
  <cp:lastModifiedBy>Thibault MOREL</cp:lastModifiedBy>
  <cp:revision>1</cp:revision>
  <dcterms:created xsi:type="dcterms:W3CDTF">2022-05-20T15:30:34Z</dcterms:created>
  <dcterms:modified xsi:type="dcterms:W3CDTF">2022-05-21T09:08:18Z</dcterms:modified>
</cp:coreProperties>
</file>